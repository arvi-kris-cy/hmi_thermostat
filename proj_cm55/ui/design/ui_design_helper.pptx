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4"/>
    <p:sldMasterId id="2147483661" r:id="rId5"/>
  </p:sldMasterIdLst>
  <p:notesMasterIdLst>
    <p:notesMasterId r:id="rId11"/>
  </p:notesMasterIdLst>
  <p:sldIdLst>
    <p:sldId id="325" r:id="rId6"/>
    <p:sldId id="392" r:id="rId7"/>
    <p:sldId id="389" r:id="rId8"/>
    <p:sldId id="391" r:id="rId9"/>
    <p:sldId id="350" r:id="rId1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AFE37EE0-B966-44A7-A1D1-1490A172C724}">
          <p14:sldIdLst>
            <p14:sldId id="325"/>
          </p14:sldIdLst>
        </p14:section>
        <p14:section name="Thermostat mockups" id="{EDED3ED7-758D-4023-9EF3-1F9BEEFCB6FE}">
          <p14:sldIdLst>
            <p14:sldId id="392"/>
            <p14:sldId id="389"/>
            <p14:sldId id="391"/>
            <p14:sldId id="35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1820"/>
    <a:srgbClr val="101820"/>
    <a:srgbClr val="5C676C"/>
    <a:srgbClr val="41484F"/>
    <a:srgbClr val="2A313A"/>
    <a:srgbClr val="39404A"/>
    <a:srgbClr val="414852"/>
    <a:srgbClr val="656464"/>
    <a:srgbClr val="BFBFBF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6247" autoAdjust="0"/>
  </p:normalViewPr>
  <p:slideViewPr>
    <p:cSldViewPr snapToGrid="0">
      <p:cViewPr varScale="1">
        <p:scale>
          <a:sx n="104" d="100"/>
          <a:sy n="104" d="100"/>
        </p:scale>
        <p:origin x="82" y="51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tableStyles" Target="tableStyles.xml"/><Relationship Id="rId10" Type="http://schemas.openxmlformats.org/officeDocument/2006/relationships/slide" Target="slides/slide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 marL="0" marR="0" lvl="0" indent="0" algn="l" defTabSz="9558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" b="0" i="0" u="none" strike="noStrike" kern="1200" cap="none" spc="0" normalizeH="0" baseline="0" noProof="0" dirty="0">
              <a:ln>
                <a:noFill/>
              </a:ln>
              <a:noFill/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  <a:sym typeface="Arial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" b="0" i="0" u="none" strike="noStrike" kern="1200" cap="none" spc="0" normalizeH="0" baseline="0" noProof="0">
                <a:ln>
                  <a:noFill/>
                </a:ln>
                <a:noFill/>
                <a:effectLst/>
                <a:uLnTx/>
                <a:uFillTx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  <a:sym typeface="Arial"/>
              </a:rPr>
              <a:t>Copyright © Infineon Technologies AG 2020. All rights reserved.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" b="1" i="0" u="none" strike="noStrike" kern="1200" cap="none" spc="0" normalizeH="0" baseline="0" noProof="0">
                <a:ln>
                  <a:noFill/>
                </a:ln>
                <a:noFill/>
                <a:effectLst/>
                <a:uLnTx/>
                <a:uFillTx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  <a:sym typeface="Arial"/>
              </a:rPr>
              <a:t>restricted</a:t>
            </a:r>
            <a:endParaRPr kumimoji="0" lang="en-US" sz="100" b="1" i="0" u="none" strike="noStrike" kern="1200" cap="none" spc="0" normalizeH="0" baseline="0" noProof="0" dirty="0">
              <a:ln>
                <a:noFill/>
              </a:ln>
              <a:noFill/>
              <a:effectLst/>
              <a:uLnTx/>
              <a:uFillTx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  <a:sym typeface="Arial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" b="0" i="0" u="none" strike="noStrike" kern="1200" cap="none" spc="0" normalizeH="0" baseline="0" noProof="0">
                <a:ln>
                  <a:noFill/>
                </a:ln>
                <a:noFill/>
                <a:effectLst/>
                <a:uLnTx/>
                <a:uFillTx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  <a:sym typeface="Arial"/>
              </a:rPr>
              <a:t>2020-09-28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" b="0" i="0" u="none" strike="noStrike" kern="1200" cap="none" spc="0" normalizeH="0" baseline="0" noProof="0" dirty="0">
              <a:ln>
                <a:noFill/>
              </a:ln>
              <a:noFill/>
              <a:effectLst/>
              <a:uLnTx/>
              <a:uFillTx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  <a:sym typeface="Arial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65D906-55BD-49C5-997D-27A40DB53D15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928285"/>
                </a:solidFill>
                <a:effectLst/>
                <a:uLnTx/>
                <a:uFillTx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  <a:sym typeface="Arial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928285"/>
              </a:solidFill>
              <a:effectLst/>
              <a:uLnTx/>
              <a:uFillTx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725502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51954-B4F7-66DC-2D09-40E62D68E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FC62C-D07A-E8B2-74FA-A497895932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AA927B-4646-688F-2F28-4331F283CA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CF43035C-85C4-5465-3762-12F229EC2A93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 marL="0" marR="0" lvl="0" indent="0" algn="l" defTabSz="9558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" b="0" i="0" u="none" strike="noStrike" kern="1200" cap="none" spc="0" normalizeH="0" baseline="0" noProof="0" dirty="0">
              <a:ln>
                <a:noFill/>
              </a:ln>
              <a:noFill/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09D978-74EF-EA5A-9FAE-678BE95592F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" b="0" i="0" u="none" strike="noStrike" kern="1200" cap="none" spc="0" normalizeH="0" baseline="0" noProof="0">
                <a:ln>
                  <a:noFill/>
                </a:ln>
                <a:noFill/>
                <a:effectLst/>
                <a:uLnTx/>
                <a:uFillTx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" b="1" i="0" u="none" strike="noStrike" kern="1200" cap="none" spc="0" normalizeH="0" baseline="0" noProof="0">
                <a:ln>
                  <a:noFill/>
                </a:ln>
                <a:noFill/>
                <a:effectLst/>
                <a:uLnTx/>
                <a:uFillTx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kumimoji="0" lang="en-US" sz="100" b="1" i="0" u="none" strike="noStrike" kern="1200" cap="none" spc="0" normalizeH="0" baseline="0" noProof="0" dirty="0">
              <a:ln>
                <a:noFill/>
              </a:ln>
              <a:noFill/>
              <a:effectLst/>
              <a:uLnTx/>
              <a:uFillTx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BFCDE5E-6310-D202-E536-5605DBFD4D6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" b="0" i="0" u="none" strike="noStrike" kern="1200" cap="none" spc="0" normalizeH="0" baseline="0" noProof="0">
                <a:ln>
                  <a:noFill/>
                </a:ln>
                <a:noFill/>
                <a:effectLst/>
                <a:uLnTx/>
                <a:uFillTx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2020-09-28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" b="0" i="0" u="none" strike="noStrike" kern="1200" cap="none" spc="0" normalizeH="0" baseline="0" noProof="0" dirty="0">
              <a:ln>
                <a:noFill/>
              </a:ln>
              <a:noFill/>
              <a:effectLst/>
              <a:uLnTx/>
              <a:uFillTx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57B3A6-DDCE-5BCD-FC6B-2FA87B66E2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65D906-55BD-49C5-997D-27A40DB53D15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928285"/>
                </a:solidFill>
                <a:effectLst/>
                <a:uLnTx/>
                <a:uFillTx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928285"/>
              </a:solidFill>
              <a:effectLst/>
              <a:uLnTx/>
              <a:uFillTx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94931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image" Target="../media/image2.png"/><Relationship Id="rId5" Type="http://schemas.openxmlformats.org/officeDocument/2006/relationships/tags" Target="../tags/tag5.xml"/><Relationship Id="rId10" Type="http://schemas.openxmlformats.org/officeDocument/2006/relationships/image" Target="../media/image1.jpg"/><Relationship Id="rId4" Type="http://schemas.openxmlformats.org/officeDocument/2006/relationships/tags" Target="../tags/tag4.xml"/><Relationship Id="rId9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tags" Target="../tags/tag16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1.xml"/><Relationship Id="rId7" Type="http://schemas.openxmlformats.org/officeDocument/2006/relationships/tags" Target="../tags/tag15.xml"/><Relationship Id="rId12" Type="http://schemas.openxmlformats.org/officeDocument/2006/relationships/tags" Target="../tags/tag20.xml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tags" Target="../tags/tag14.xml"/><Relationship Id="rId11" Type="http://schemas.openxmlformats.org/officeDocument/2006/relationships/tags" Target="../tags/tag19.xml"/><Relationship Id="rId5" Type="http://schemas.openxmlformats.org/officeDocument/2006/relationships/tags" Target="../tags/tag13.xml"/><Relationship Id="rId10" Type="http://schemas.openxmlformats.org/officeDocument/2006/relationships/tags" Target="../tags/tag18.xml"/><Relationship Id="rId4" Type="http://schemas.openxmlformats.org/officeDocument/2006/relationships/tags" Target="../tags/tag12.xml"/><Relationship Id="rId9" Type="http://schemas.openxmlformats.org/officeDocument/2006/relationships/tags" Target="../tags/tag17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tags" Target="../tags/tag32.xml"/><Relationship Id="rId3" Type="http://schemas.openxmlformats.org/officeDocument/2006/relationships/tags" Target="../tags/tag27.xml"/><Relationship Id="rId7" Type="http://schemas.openxmlformats.org/officeDocument/2006/relationships/tags" Target="../tags/tag31.xml"/><Relationship Id="rId12" Type="http://schemas.openxmlformats.org/officeDocument/2006/relationships/image" Target="../media/image2.png"/><Relationship Id="rId2" Type="http://schemas.openxmlformats.org/officeDocument/2006/relationships/tags" Target="../tags/tag26.xml"/><Relationship Id="rId1" Type="http://schemas.openxmlformats.org/officeDocument/2006/relationships/tags" Target="../tags/tag25.xml"/><Relationship Id="rId6" Type="http://schemas.openxmlformats.org/officeDocument/2006/relationships/tags" Target="../tags/tag30.xml"/><Relationship Id="rId11" Type="http://schemas.openxmlformats.org/officeDocument/2006/relationships/image" Target="../media/image3.jpg"/><Relationship Id="rId5" Type="http://schemas.openxmlformats.org/officeDocument/2006/relationships/tags" Target="../tags/tag29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28.xml"/><Relationship Id="rId9" Type="http://schemas.openxmlformats.org/officeDocument/2006/relationships/tags" Target="../tags/tag33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tags" Target="../tags/tag41.xml"/><Relationship Id="rId13" Type="http://schemas.openxmlformats.org/officeDocument/2006/relationships/image" Target="../media/image6.png"/><Relationship Id="rId3" Type="http://schemas.openxmlformats.org/officeDocument/2006/relationships/tags" Target="../tags/tag36.xml"/><Relationship Id="rId7" Type="http://schemas.openxmlformats.org/officeDocument/2006/relationships/tags" Target="../tags/tag40.xml"/><Relationship Id="rId12" Type="http://schemas.openxmlformats.org/officeDocument/2006/relationships/image" Target="../media/image5.png"/><Relationship Id="rId2" Type="http://schemas.openxmlformats.org/officeDocument/2006/relationships/tags" Target="../tags/tag35.xml"/><Relationship Id="rId1" Type="http://schemas.openxmlformats.org/officeDocument/2006/relationships/tags" Target="../tags/tag34.xml"/><Relationship Id="rId6" Type="http://schemas.openxmlformats.org/officeDocument/2006/relationships/tags" Target="../tags/tag39.xml"/><Relationship Id="rId11" Type="http://schemas.openxmlformats.org/officeDocument/2006/relationships/image" Target="../media/image4.jpeg"/><Relationship Id="rId5" Type="http://schemas.openxmlformats.org/officeDocument/2006/relationships/tags" Target="../tags/tag38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37.xml"/><Relationship Id="rId9" Type="http://schemas.openxmlformats.org/officeDocument/2006/relationships/tags" Target="../tags/tag42.xml"/><Relationship Id="rId14" Type="http://schemas.openxmlformats.org/officeDocument/2006/relationships/image" Target="../media/image7.svg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tags" Target="../tags/tag50.xml"/><Relationship Id="rId3" Type="http://schemas.openxmlformats.org/officeDocument/2006/relationships/tags" Target="../tags/tag45.xml"/><Relationship Id="rId7" Type="http://schemas.openxmlformats.org/officeDocument/2006/relationships/tags" Target="../tags/tag49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tags" Target="../tags/tag48.xml"/><Relationship Id="rId11" Type="http://schemas.openxmlformats.org/officeDocument/2006/relationships/image" Target="../media/image2.png"/><Relationship Id="rId5" Type="http://schemas.openxmlformats.org/officeDocument/2006/relationships/tags" Target="../tags/tag47.xml"/><Relationship Id="rId10" Type="http://schemas.openxmlformats.org/officeDocument/2006/relationships/image" Target="../media/image1.jpg"/><Relationship Id="rId4" Type="http://schemas.openxmlformats.org/officeDocument/2006/relationships/tags" Target="../tags/tag46.xml"/><Relationship Id="rId9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tags" Target="../tags/tag58.xml"/><Relationship Id="rId13" Type="http://schemas.openxmlformats.org/officeDocument/2006/relationships/image" Target="../media/image7.svg"/><Relationship Id="rId3" Type="http://schemas.openxmlformats.org/officeDocument/2006/relationships/tags" Target="../tags/tag53.xml"/><Relationship Id="rId7" Type="http://schemas.openxmlformats.org/officeDocument/2006/relationships/tags" Target="../tags/tag57.xml"/><Relationship Id="rId12" Type="http://schemas.openxmlformats.org/officeDocument/2006/relationships/image" Target="../media/image6.png"/><Relationship Id="rId2" Type="http://schemas.openxmlformats.org/officeDocument/2006/relationships/tags" Target="../tags/tag52.xml"/><Relationship Id="rId1" Type="http://schemas.openxmlformats.org/officeDocument/2006/relationships/tags" Target="../tags/tag51.xml"/><Relationship Id="rId6" Type="http://schemas.openxmlformats.org/officeDocument/2006/relationships/tags" Target="../tags/tag56.xml"/><Relationship Id="rId11" Type="http://schemas.openxmlformats.org/officeDocument/2006/relationships/image" Target="../media/image5.png"/><Relationship Id="rId5" Type="http://schemas.openxmlformats.org/officeDocument/2006/relationships/tags" Target="../tags/tag55.xml"/><Relationship Id="rId10" Type="http://schemas.openxmlformats.org/officeDocument/2006/relationships/image" Target="../media/image8.jpeg"/><Relationship Id="rId4" Type="http://schemas.openxmlformats.org/officeDocument/2006/relationships/tags" Target="../tags/tag54.xml"/><Relationship Id="rId9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66.xml"/><Relationship Id="rId3" Type="http://schemas.openxmlformats.org/officeDocument/2006/relationships/tags" Target="../tags/tag61.xml"/><Relationship Id="rId7" Type="http://schemas.openxmlformats.org/officeDocument/2006/relationships/tags" Target="../tags/tag65.xml"/><Relationship Id="rId2" Type="http://schemas.openxmlformats.org/officeDocument/2006/relationships/tags" Target="../tags/tag60.xml"/><Relationship Id="rId1" Type="http://schemas.openxmlformats.org/officeDocument/2006/relationships/tags" Target="../tags/tag59.xml"/><Relationship Id="rId6" Type="http://schemas.openxmlformats.org/officeDocument/2006/relationships/tags" Target="../tags/tag64.xml"/><Relationship Id="rId11" Type="http://schemas.openxmlformats.org/officeDocument/2006/relationships/image" Target="../media/image2.png"/><Relationship Id="rId5" Type="http://schemas.openxmlformats.org/officeDocument/2006/relationships/tags" Target="../tags/tag63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62.xml"/><Relationship Id="rId9" Type="http://schemas.openxmlformats.org/officeDocument/2006/relationships/tags" Target="../tags/tag67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tags" Target="../tags/tag75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70.xml"/><Relationship Id="rId7" Type="http://schemas.openxmlformats.org/officeDocument/2006/relationships/tags" Target="../tags/tag74.xml"/><Relationship Id="rId12" Type="http://schemas.openxmlformats.org/officeDocument/2006/relationships/tags" Target="../tags/tag79.xml"/><Relationship Id="rId2" Type="http://schemas.openxmlformats.org/officeDocument/2006/relationships/tags" Target="../tags/tag69.xml"/><Relationship Id="rId1" Type="http://schemas.openxmlformats.org/officeDocument/2006/relationships/tags" Target="../tags/tag68.xml"/><Relationship Id="rId6" Type="http://schemas.openxmlformats.org/officeDocument/2006/relationships/tags" Target="../tags/tag73.xml"/><Relationship Id="rId11" Type="http://schemas.openxmlformats.org/officeDocument/2006/relationships/tags" Target="../tags/tag78.xml"/><Relationship Id="rId5" Type="http://schemas.openxmlformats.org/officeDocument/2006/relationships/tags" Target="../tags/tag72.xml"/><Relationship Id="rId10" Type="http://schemas.openxmlformats.org/officeDocument/2006/relationships/tags" Target="../tags/tag77.xml"/><Relationship Id="rId4" Type="http://schemas.openxmlformats.org/officeDocument/2006/relationships/tags" Target="../tags/tag71.xml"/><Relationship Id="rId9" Type="http://schemas.openxmlformats.org/officeDocument/2006/relationships/tags" Target="../tags/tag76.xml"/></Relationships>
</file>

<file path=ppt/slideLayouts/_rels/slideLayout17.xml.rels><?xml version="1.0" encoding="UTF-8" standalone="yes"?>
<Relationships xmlns="http://schemas.openxmlformats.org/package/2006/relationships"><Relationship Id="rId8" Type="http://schemas.openxmlformats.org/officeDocument/2006/relationships/tags" Target="../tags/tag87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82.xml"/><Relationship Id="rId7" Type="http://schemas.openxmlformats.org/officeDocument/2006/relationships/tags" Target="../tags/tag86.xml"/><Relationship Id="rId12" Type="http://schemas.openxmlformats.org/officeDocument/2006/relationships/tags" Target="../tags/tag91.xml"/><Relationship Id="rId2" Type="http://schemas.openxmlformats.org/officeDocument/2006/relationships/tags" Target="../tags/tag81.xml"/><Relationship Id="rId1" Type="http://schemas.openxmlformats.org/officeDocument/2006/relationships/tags" Target="../tags/tag80.xml"/><Relationship Id="rId6" Type="http://schemas.openxmlformats.org/officeDocument/2006/relationships/tags" Target="../tags/tag85.xml"/><Relationship Id="rId11" Type="http://schemas.openxmlformats.org/officeDocument/2006/relationships/tags" Target="../tags/tag90.xml"/><Relationship Id="rId5" Type="http://schemas.openxmlformats.org/officeDocument/2006/relationships/tags" Target="../tags/tag84.xml"/><Relationship Id="rId10" Type="http://schemas.openxmlformats.org/officeDocument/2006/relationships/tags" Target="../tags/tag89.xml"/><Relationship Id="rId4" Type="http://schemas.openxmlformats.org/officeDocument/2006/relationships/tags" Target="../tags/tag83.xml"/><Relationship Id="rId9" Type="http://schemas.openxmlformats.org/officeDocument/2006/relationships/tags" Target="../tags/tag88.xml"/></Relationships>
</file>

<file path=ppt/slideLayouts/_rels/slideLayout18.xml.rels><?xml version="1.0" encoding="UTF-8" standalone="yes"?>
<Relationships xmlns="http://schemas.openxmlformats.org/package/2006/relationships"><Relationship Id="rId8" Type="http://schemas.openxmlformats.org/officeDocument/2006/relationships/tags" Target="../tags/tag99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94.xml"/><Relationship Id="rId7" Type="http://schemas.openxmlformats.org/officeDocument/2006/relationships/tags" Target="../tags/tag98.xml"/><Relationship Id="rId12" Type="http://schemas.openxmlformats.org/officeDocument/2006/relationships/tags" Target="../tags/tag103.xml"/><Relationship Id="rId2" Type="http://schemas.openxmlformats.org/officeDocument/2006/relationships/tags" Target="../tags/tag93.xml"/><Relationship Id="rId1" Type="http://schemas.openxmlformats.org/officeDocument/2006/relationships/tags" Target="../tags/tag92.xml"/><Relationship Id="rId6" Type="http://schemas.openxmlformats.org/officeDocument/2006/relationships/tags" Target="../tags/tag97.xml"/><Relationship Id="rId11" Type="http://schemas.openxmlformats.org/officeDocument/2006/relationships/tags" Target="../tags/tag102.xml"/><Relationship Id="rId5" Type="http://schemas.openxmlformats.org/officeDocument/2006/relationships/tags" Target="../tags/tag96.xml"/><Relationship Id="rId10" Type="http://schemas.openxmlformats.org/officeDocument/2006/relationships/tags" Target="../tags/tag101.xml"/><Relationship Id="rId4" Type="http://schemas.openxmlformats.org/officeDocument/2006/relationships/tags" Target="../tags/tag95.xml"/><Relationship Id="rId9" Type="http://schemas.openxmlformats.org/officeDocument/2006/relationships/tags" Target="../tags/tag100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tags" Target="../tags/tag106.xml"/><Relationship Id="rId2" Type="http://schemas.openxmlformats.org/officeDocument/2006/relationships/tags" Target="../tags/tag105.xml"/><Relationship Id="rId1" Type="http://schemas.openxmlformats.org/officeDocument/2006/relationships/tags" Target="../tags/tag104.xml"/><Relationship Id="rId5" Type="http://schemas.openxmlformats.org/officeDocument/2006/relationships/slideMaster" Target="../slideMasters/slideMaster2.xml"/><Relationship Id="rId4" Type="http://schemas.openxmlformats.org/officeDocument/2006/relationships/tags" Target="../tags/tag107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tags" Target="../tags/tag110.xml"/><Relationship Id="rId2" Type="http://schemas.openxmlformats.org/officeDocument/2006/relationships/tags" Target="../tags/tag109.xml"/><Relationship Id="rId1" Type="http://schemas.openxmlformats.org/officeDocument/2006/relationships/tags" Target="../tags/tag108.xml"/><Relationship Id="rId5" Type="http://schemas.openxmlformats.org/officeDocument/2006/relationships/image" Target="../media/image9.png"/><Relationship Id="rId4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tags" Target="../tags/tag118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113.xml"/><Relationship Id="rId7" Type="http://schemas.openxmlformats.org/officeDocument/2006/relationships/tags" Target="../tags/tag117.xml"/><Relationship Id="rId12" Type="http://schemas.openxmlformats.org/officeDocument/2006/relationships/tags" Target="../tags/tag122.xml"/><Relationship Id="rId2" Type="http://schemas.openxmlformats.org/officeDocument/2006/relationships/tags" Target="../tags/tag112.xml"/><Relationship Id="rId1" Type="http://schemas.openxmlformats.org/officeDocument/2006/relationships/tags" Target="../tags/tag111.xml"/><Relationship Id="rId6" Type="http://schemas.openxmlformats.org/officeDocument/2006/relationships/tags" Target="../tags/tag116.xml"/><Relationship Id="rId11" Type="http://schemas.openxmlformats.org/officeDocument/2006/relationships/tags" Target="../tags/tag121.xml"/><Relationship Id="rId5" Type="http://schemas.openxmlformats.org/officeDocument/2006/relationships/tags" Target="../tags/tag115.xml"/><Relationship Id="rId10" Type="http://schemas.openxmlformats.org/officeDocument/2006/relationships/tags" Target="../tags/tag120.xml"/><Relationship Id="rId4" Type="http://schemas.openxmlformats.org/officeDocument/2006/relationships/tags" Target="../tags/tag114.xml"/><Relationship Id="rId9" Type="http://schemas.openxmlformats.org/officeDocument/2006/relationships/tags" Target="../tags/tag119.xml"/></Relationships>
</file>

<file path=ppt/slideLayouts/_rels/slideLayout22.xml.rels><?xml version="1.0" encoding="UTF-8" standalone="yes"?>
<Relationships xmlns="http://schemas.openxmlformats.org/package/2006/relationships"><Relationship Id="rId8" Type="http://schemas.openxmlformats.org/officeDocument/2006/relationships/tags" Target="../tags/tag130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125.xml"/><Relationship Id="rId7" Type="http://schemas.openxmlformats.org/officeDocument/2006/relationships/tags" Target="../tags/tag129.xml"/><Relationship Id="rId12" Type="http://schemas.openxmlformats.org/officeDocument/2006/relationships/tags" Target="../tags/tag134.xml"/><Relationship Id="rId2" Type="http://schemas.openxmlformats.org/officeDocument/2006/relationships/tags" Target="../tags/tag124.xml"/><Relationship Id="rId1" Type="http://schemas.openxmlformats.org/officeDocument/2006/relationships/tags" Target="../tags/tag123.xml"/><Relationship Id="rId6" Type="http://schemas.openxmlformats.org/officeDocument/2006/relationships/tags" Target="../tags/tag128.xml"/><Relationship Id="rId11" Type="http://schemas.openxmlformats.org/officeDocument/2006/relationships/tags" Target="../tags/tag133.xml"/><Relationship Id="rId5" Type="http://schemas.openxmlformats.org/officeDocument/2006/relationships/tags" Target="../tags/tag127.xml"/><Relationship Id="rId10" Type="http://schemas.openxmlformats.org/officeDocument/2006/relationships/tags" Target="../tags/tag132.xml"/><Relationship Id="rId4" Type="http://schemas.openxmlformats.org/officeDocument/2006/relationships/tags" Target="../tags/tag126.xml"/><Relationship Id="rId9" Type="http://schemas.openxmlformats.org/officeDocument/2006/relationships/tags" Target="../tags/tag131.xml"/></Relationships>
</file>

<file path=ppt/slideLayouts/_rels/slideLayout23.xml.rels><?xml version="1.0" encoding="UTF-8" standalone="yes"?>
<Relationships xmlns="http://schemas.openxmlformats.org/package/2006/relationships"><Relationship Id="rId8" Type="http://schemas.openxmlformats.org/officeDocument/2006/relationships/tags" Target="../tags/tag142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137.xml"/><Relationship Id="rId7" Type="http://schemas.openxmlformats.org/officeDocument/2006/relationships/tags" Target="../tags/tag141.xml"/><Relationship Id="rId12" Type="http://schemas.openxmlformats.org/officeDocument/2006/relationships/tags" Target="../tags/tag146.xml"/><Relationship Id="rId2" Type="http://schemas.openxmlformats.org/officeDocument/2006/relationships/tags" Target="../tags/tag136.xml"/><Relationship Id="rId1" Type="http://schemas.openxmlformats.org/officeDocument/2006/relationships/tags" Target="../tags/tag135.xml"/><Relationship Id="rId6" Type="http://schemas.openxmlformats.org/officeDocument/2006/relationships/tags" Target="../tags/tag140.xml"/><Relationship Id="rId11" Type="http://schemas.openxmlformats.org/officeDocument/2006/relationships/tags" Target="../tags/tag145.xml"/><Relationship Id="rId5" Type="http://schemas.openxmlformats.org/officeDocument/2006/relationships/tags" Target="../tags/tag139.xml"/><Relationship Id="rId10" Type="http://schemas.openxmlformats.org/officeDocument/2006/relationships/tags" Target="../tags/tag144.xml"/><Relationship Id="rId4" Type="http://schemas.openxmlformats.org/officeDocument/2006/relationships/tags" Target="../tags/tag138.xml"/><Relationship Id="rId9" Type="http://schemas.openxmlformats.org/officeDocument/2006/relationships/tags" Target="../tags/tag143.xml"/></Relationships>
</file>

<file path=ppt/slideLayouts/_rels/slideLayout24.xml.rels><?xml version="1.0" encoding="UTF-8" standalone="yes"?>
<Relationships xmlns="http://schemas.openxmlformats.org/package/2006/relationships"><Relationship Id="rId8" Type="http://schemas.openxmlformats.org/officeDocument/2006/relationships/tags" Target="../tags/tag154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149.xml"/><Relationship Id="rId7" Type="http://schemas.openxmlformats.org/officeDocument/2006/relationships/tags" Target="../tags/tag153.xml"/><Relationship Id="rId12" Type="http://schemas.openxmlformats.org/officeDocument/2006/relationships/tags" Target="../tags/tag158.xml"/><Relationship Id="rId2" Type="http://schemas.openxmlformats.org/officeDocument/2006/relationships/tags" Target="../tags/tag148.xml"/><Relationship Id="rId1" Type="http://schemas.openxmlformats.org/officeDocument/2006/relationships/tags" Target="../tags/tag147.xml"/><Relationship Id="rId6" Type="http://schemas.openxmlformats.org/officeDocument/2006/relationships/tags" Target="../tags/tag152.xml"/><Relationship Id="rId11" Type="http://schemas.openxmlformats.org/officeDocument/2006/relationships/tags" Target="../tags/tag157.xml"/><Relationship Id="rId5" Type="http://schemas.openxmlformats.org/officeDocument/2006/relationships/tags" Target="../tags/tag151.xml"/><Relationship Id="rId10" Type="http://schemas.openxmlformats.org/officeDocument/2006/relationships/tags" Target="../tags/tag156.xml"/><Relationship Id="rId4" Type="http://schemas.openxmlformats.org/officeDocument/2006/relationships/tags" Target="../tags/tag150.xml"/><Relationship Id="rId9" Type="http://schemas.openxmlformats.org/officeDocument/2006/relationships/tags" Target="../tags/tag155.xml"/></Relationships>
</file>

<file path=ppt/slideLayouts/_rels/slideLayout25.xml.rels><?xml version="1.0" encoding="UTF-8" standalone="yes"?>
<Relationships xmlns="http://schemas.openxmlformats.org/package/2006/relationships"><Relationship Id="rId8" Type="http://schemas.openxmlformats.org/officeDocument/2006/relationships/tags" Target="../tags/tag166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161.xml"/><Relationship Id="rId7" Type="http://schemas.openxmlformats.org/officeDocument/2006/relationships/tags" Target="../tags/tag165.xml"/><Relationship Id="rId12" Type="http://schemas.openxmlformats.org/officeDocument/2006/relationships/tags" Target="../tags/tag170.xml"/><Relationship Id="rId2" Type="http://schemas.openxmlformats.org/officeDocument/2006/relationships/tags" Target="../tags/tag160.xml"/><Relationship Id="rId1" Type="http://schemas.openxmlformats.org/officeDocument/2006/relationships/tags" Target="../tags/tag159.xml"/><Relationship Id="rId6" Type="http://schemas.openxmlformats.org/officeDocument/2006/relationships/tags" Target="../tags/tag164.xml"/><Relationship Id="rId11" Type="http://schemas.openxmlformats.org/officeDocument/2006/relationships/tags" Target="../tags/tag169.xml"/><Relationship Id="rId5" Type="http://schemas.openxmlformats.org/officeDocument/2006/relationships/tags" Target="../tags/tag163.xml"/><Relationship Id="rId10" Type="http://schemas.openxmlformats.org/officeDocument/2006/relationships/tags" Target="../tags/tag168.xml"/><Relationship Id="rId4" Type="http://schemas.openxmlformats.org/officeDocument/2006/relationships/tags" Target="../tags/tag162.xml"/><Relationship Id="rId9" Type="http://schemas.openxmlformats.org/officeDocument/2006/relationships/tags" Target="../tags/tag167.xml"/></Relationships>
</file>

<file path=ppt/slideLayouts/_rels/slideLayout26.xml.rels><?xml version="1.0" encoding="UTF-8" standalone="yes"?>
<Relationships xmlns="http://schemas.openxmlformats.org/package/2006/relationships"><Relationship Id="rId8" Type="http://schemas.openxmlformats.org/officeDocument/2006/relationships/tags" Target="../tags/tag178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173.xml"/><Relationship Id="rId7" Type="http://schemas.openxmlformats.org/officeDocument/2006/relationships/tags" Target="../tags/tag177.xml"/><Relationship Id="rId12" Type="http://schemas.openxmlformats.org/officeDocument/2006/relationships/tags" Target="../tags/tag182.xml"/><Relationship Id="rId2" Type="http://schemas.openxmlformats.org/officeDocument/2006/relationships/tags" Target="../tags/tag172.xml"/><Relationship Id="rId1" Type="http://schemas.openxmlformats.org/officeDocument/2006/relationships/tags" Target="../tags/tag171.xml"/><Relationship Id="rId6" Type="http://schemas.openxmlformats.org/officeDocument/2006/relationships/tags" Target="../tags/tag176.xml"/><Relationship Id="rId11" Type="http://schemas.openxmlformats.org/officeDocument/2006/relationships/tags" Target="../tags/tag181.xml"/><Relationship Id="rId5" Type="http://schemas.openxmlformats.org/officeDocument/2006/relationships/tags" Target="../tags/tag175.xml"/><Relationship Id="rId10" Type="http://schemas.openxmlformats.org/officeDocument/2006/relationships/tags" Target="../tags/tag180.xml"/><Relationship Id="rId4" Type="http://schemas.openxmlformats.org/officeDocument/2006/relationships/tags" Target="../tags/tag174.xml"/><Relationship Id="rId9" Type="http://schemas.openxmlformats.org/officeDocument/2006/relationships/tags" Target="../tags/tag179.xml"/></Relationships>
</file>

<file path=ppt/slideLayouts/_rels/slideLayout27.xml.rels><?xml version="1.0" encoding="UTF-8" standalone="yes"?>
<Relationships xmlns="http://schemas.openxmlformats.org/package/2006/relationships"><Relationship Id="rId8" Type="http://schemas.openxmlformats.org/officeDocument/2006/relationships/tags" Target="../tags/tag190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185.xml"/><Relationship Id="rId7" Type="http://schemas.openxmlformats.org/officeDocument/2006/relationships/tags" Target="../tags/tag189.xml"/><Relationship Id="rId12" Type="http://schemas.openxmlformats.org/officeDocument/2006/relationships/tags" Target="../tags/tag194.xml"/><Relationship Id="rId2" Type="http://schemas.openxmlformats.org/officeDocument/2006/relationships/tags" Target="../tags/tag184.xml"/><Relationship Id="rId1" Type="http://schemas.openxmlformats.org/officeDocument/2006/relationships/tags" Target="../tags/tag183.xml"/><Relationship Id="rId6" Type="http://schemas.openxmlformats.org/officeDocument/2006/relationships/tags" Target="../tags/tag188.xml"/><Relationship Id="rId11" Type="http://schemas.openxmlformats.org/officeDocument/2006/relationships/tags" Target="../tags/tag193.xml"/><Relationship Id="rId5" Type="http://schemas.openxmlformats.org/officeDocument/2006/relationships/tags" Target="../tags/tag187.xml"/><Relationship Id="rId10" Type="http://schemas.openxmlformats.org/officeDocument/2006/relationships/tags" Target="../tags/tag192.xml"/><Relationship Id="rId4" Type="http://schemas.openxmlformats.org/officeDocument/2006/relationships/tags" Target="../tags/tag186.xml"/><Relationship Id="rId9" Type="http://schemas.openxmlformats.org/officeDocument/2006/relationships/tags" Target="../tags/tag191.xml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tags" Target="../tags/tag202.xml"/><Relationship Id="rId3" Type="http://schemas.openxmlformats.org/officeDocument/2006/relationships/tags" Target="../tags/tag197.xml"/><Relationship Id="rId7" Type="http://schemas.openxmlformats.org/officeDocument/2006/relationships/tags" Target="../tags/tag201.xml"/><Relationship Id="rId12" Type="http://schemas.openxmlformats.org/officeDocument/2006/relationships/slideMaster" Target="../slideMasters/slideMaster2.xml"/><Relationship Id="rId2" Type="http://schemas.openxmlformats.org/officeDocument/2006/relationships/tags" Target="../tags/tag196.xml"/><Relationship Id="rId1" Type="http://schemas.openxmlformats.org/officeDocument/2006/relationships/tags" Target="../tags/tag195.xml"/><Relationship Id="rId6" Type="http://schemas.openxmlformats.org/officeDocument/2006/relationships/tags" Target="../tags/tag200.xml"/><Relationship Id="rId11" Type="http://schemas.openxmlformats.org/officeDocument/2006/relationships/tags" Target="../tags/tag205.xml"/><Relationship Id="rId5" Type="http://schemas.openxmlformats.org/officeDocument/2006/relationships/tags" Target="../tags/tag199.xml"/><Relationship Id="rId10" Type="http://schemas.openxmlformats.org/officeDocument/2006/relationships/tags" Target="../tags/tag204.xml"/><Relationship Id="rId4" Type="http://schemas.openxmlformats.org/officeDocument/2006/relationships/tags" Target="../tags/tag198.xml"/><Relationship Id="rId9" Type="http://schemas.openxmlformats.org/officeDocument/2006/relationships/tags" Target="../tags/tag203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tags" Target="../tags/tag208.xml"/><Relationship Id="rId2" Type="http://schemas.openxmlformats.org/officeDocument/2006/relationships/tags" Target="../tags/tag207.xml"/><Relationship Id="rId1" Type="http://schemas.openxmlformats.org/officeDocument/2006/relationships/tags" Target="../tags/tag206.xml"/><Relationship Id="rId4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tags" Target="../tags/tag211.xml"/><Relationship Id="rId7" Type="http://schemas.openxmlformats.org/officeDocument/2006/relationships/image" Target="../media/image2.png"/><Relationship Id="rId2" Type="http://schemas.openxmlformats.org/officeDocument/2006/relationships/tags" Target="../tags/tag210.xml"/><Relationship Id="rId1" Type="http://schemas.openxmlformats.org/officeDocument/2006/relationships/tags" Target="../tags/tag209.xml"/><Relationship Id="rId6" Type="http://schemas.openxmlformats.org/officeDocument/2006/relationships/slideMaster" Target="../slideMasters/slideMaster2.xml"/><Relationship Id="rId5" Type="http://schemas.openxmlformats.org/officeDocument/2006/relationships/tags" Target="../tags/tag213.xml"/><Relationship Id="rId4" Type="http://schemas.openxmlformats.org/officeDocument/2006/relationships/tags" Target="../tags/tag21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resentation 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501C1CF0-6452-4D4E-9BC7-65EADBD5EEC4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7218294" y="4002910"/>
            <a:ext cx="1545538" cy="83709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Background White">
            <a:extLst>
              <a:ext uri="{FF2B5EF4-FFF2-40B4-BE49-F238E27FC236}">
                <a16:creationId xmlns:a16="http://schemas.microsoft.com/office/drawing/2014/main" id="{FBA286CB-2DB7-49EA-ABB9-E63BB6315EDB}"/>
              </a:ext>
            </a:extLst>
          </p:cNvPr>
          <p:cNvSpPr/>
          <p:nvPr userDrawn="1"/>
        </p:nvSpPr>
        <p:spPr bwMode="auto">
          <a:xfrm>
            <a:off x="0" y="0"/>
            <a:ext cx="9144900" cy="51435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27" name="Crystal Picture Placeholder">
            <a:extLst>
              <a:ext uri="{FF2B5EF4-FFF2-40B4-BE49-F238E27FC236}">
                <a16:creationId xmlns:a16="http://schemas.microsoft.com/office/drawing/2014/main" id="{2B034C47-A659-3457-E1A7-79A7F521356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-1" y="0"/>
            <a:ext cx="3903869" cy="5143500"/>
          </a:xfrm>
          <a:custGeom>
            <a:avLst/>
            <a:gdLst>
              <a:gd name="connsiteX0" fmla="*/ 0 w 5205158"/>
              <a:gd name="connsiteY0" fmla="*/ 0 h 6858000"/>
              <a:gd name="connsiteX1" fmla="*/ 4377139 w 5205158"/>
              <a:gd name="connsiteY1" fmla="*/ 0 h 6858000"/>
              <a:gd name="connsiteX2" fmla="*/ 5205158 w 5205158"/>
              <a:gd name="connsiteY2" fmla="*/ 1713978 h 6858000"/>
              <a:gd name="connsiteX3" fmla="*/ 4370092 w 5205158"/>
              <a:gd name="connsiteY3" fmla="*/ 6858000 h 6858000"/>
              <a:gd name="connsiteX4" fmla="*/ 0 w 5205158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05158" h="6858000">
                <a:moveTo>
                  <a:pt x="0" y="0"/>
                </a:moveTo>
                <a:lnTo>
                  <a:pt x="4377139" y="0"/>
                </a:lnTo>
                <a:lnTo>
                  <a:pt x="5205158" y="1713978"/>
                </a:lnTo>
                <a:lnTo>
                  <a:pt x="4370092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 wrap="square" tIns="2700000">
            <a:noAutofit/>
          </a:bodyPr>
          <a:lstStyle>
            <a:lvl1pPr marL="0" indent="0" algn="ctr" rtl="0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5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356456" y="2842576"/>
            <a:ext cx="4320000" cy="459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35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0926292C-4FD6-404F-8149-3EB0B4DF87B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4356456" y="1317903"/>
            <a:ext cx="4320000" cy="1254674"/>
          </a:xfrm>
        </p:spPr>
        <p:txBody>
          <a:bodyPr bIns="0" anchor="b">
            <a:normAutofit/>
          </a:bodyPr>
          <a:lstStyle>
            <a:lvl1pPr algn="l">
              <a:defRPr sz="27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275E4ACD-2699-4EB4-B72E-2EBE63C205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4356456" y="4876200"/>
            <a:ext cx="1026301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2E1A11AC-1395-4E21-827C-BF03F1350E7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4356456" y="4876200"/>
            <a:ext cx="1026000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8A1DAB4F-0FA1-4116-AD11-2FAD7B4CA74A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6391" y="4876200"/>
            <a:ext cx="2430065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6199DA7C-0CA0-4D66-B211-C7E7EAED824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598424" y="4875929"/>
            <a:ext cx="432000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77B7EDDE-B2BF-41DF-B12E-29C55B064D28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77CD087C-DFE1-43D5-AF8C-29BB0B90F672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8A2B950C-C584-4156-BAA9-284D4A5BB0F4}"/>
              </a:ext>
            </a:extLst>
          </p:cNvPr>
          <p:cNvSpPr>
            <a:spLocks noGrp="1"/>
          </p:cNvSpPr>
          <p:nvPr>
            <p:ph type="dt" sz="half" idx="19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237973C6-0D90-4AEE-BB6E-AE4A8B5BA26B}"/>
              </a:ext>
            </a:extLst>
          </p:cNvPr>
          <p:cNvSpPr>
            <a:spLocks noGrp="1"/>
          </p:cNvSpPr>
          <p:nvPr>
            <p:ph type="sldNum" sz="quarter" idx="21"/>
            <p:custDataLst>
              <p:tags r:id="rId8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D727B4D6-DF5E-49B7-A837-D207551F22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A2558C1A-A4CE-495C-941B-21CFE7DE6C24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3767" y="4089967"/>
            <a:ext cx="1372690" cy="600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389963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|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mpower_additionalText_placeholder" hidden="1">
            <a:extLst>
              <a:ext uri="{FF2B5EF4-FFF2-40B4-BE49-F238E27FC236}">
                <a16:creationId xmlns:a16="http://schemas.microsoft.com/office/drawing/2014/main" id="{9D9C4037-B0BC-4E62-B476-A41D0440655D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 bwMode="auto">
          <a:xfrm>
            <a:off x="1898847" y="4867275"/>
            <a:ext cx="1296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BEA6DD0-FBBB-494B-9C03-C447E71492A5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3" name="empower_proprietary_placeholder" hidden="1">
            <a:extLst>
              <a:ext uri="{FF2B5EF4-FFF2-40B4-BE49-F238E27FC236}">
                <a16:creationId xmlns:a16="http://schemas.microsoft.com/office/drawing/2014/main" id="{295E96AB-B6AB-4A8B-A097-6438B2DA5C5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275"/>
            <a:ext cx="72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{{Company.ShortName}} Proprietary</a:t>
            </a:r>
          </a:p>
        </p:txBody>
      </p:sp>
      <p:sp>
        <p:nvSpPr>
          <p:cNvPr id="15" name="empower_draft_placeholder" hidden="1">
            <a:extLst>
              <a:ext uri="{FF2B5EF4-FFF2-40B4-BE49-F238E27FC236}">
                <a16:creationId xmlns:a16="http://schemas.microsoft.com/office/drawing/2014/main" id="{0B3EC6CF-5868-40BD-BF1B-882B13F49F5C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275"/>
            <a:ext cx="270272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7" name="empower_footer_placeholder">
            <a:extLst>
              <a:ext uri="{FF2B5EF4-FFF2-40B4-BE49-F238E27FC236}">
                <a16:creationId xmlns:a16="http://schemas.microsoft.com/office/drawing/2014/main" id="{FE09BAC5-F3BC-4C51-A794-098F4099C052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275"/>
            <a:ext cx="2322257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{{Company.LongName}} 2025. All rights reserved.</a:t>
            </a:r>
          </a:p>
        </p:txBody>
      </p:sp>
      <p:sp>
        <p:nvSpPr>
          <p:cNvPr id="19" name="empower_classification_attention_placeholder" hidden="1">
            <a:extLst>
              <a:ext uri="{FF2B5EF4-FFF2-40B4-BE49-F238E27FC236}">
                <a16:creationId xmlns:a16="http://schemas.microsoft.com/office/drawing/2014/main" id="{E695FB18-B641-433F-A03A-D58B93F377B4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928642" y="4867275"/>
            <a:ext cx="728891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1" name="empower_classification_placeholder">
            <a:extLst>
              <a:ext uri="{FF2B5EF4-FFF2-40B4-BE49-F238E27FC236}">
                <a16:creationId xmlns:a16="http://schemas.microsoft.com/office/drawing/2014/main" id="{6F76DDB4-3F8E-4A82-B473-4784C9B20BC1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928642" y="4867275"/>
            <a:ext cx="729938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date_placeholder">
            <a:extLst>
              <a:ext uri="{FF2B5EF4-FFF2-40B4-BE49-F238E27FC236}">
                <a16:creationId xmlns:a16="http://schemas.microsoft.com/office/drawing/2014/main" id="{2C326E6F-F54B-4E77-BCF5-73E6B02466B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275"/>
            <a:ext cx="45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{{FooterInformation.FooterDate}}</a:t>
            </a:r>
            <a:endParaRPr lang="en-US" sz="6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"/>
          <p:cNvSpPr>
            <a:spLocks noGrp="1"/>
          </p:cNvSpPr>
          <p:nvPr>
            <p:ph sz="quarter" idx="13" hasCustomPrompt="1"/>
          </p:nvPr>
        </p:nvSpPr>
        <p:spPr>
          <a:xfrm>
            <a:off x="251100" y="951311"/>
            <a:ext cx="8640000" cy="383500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209D2CA-FDE2-4B12-9D75-213CCFE3FA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9" name="LOGO PROTECTION" hidden="1">
            <a:extLst>
              <a:ext uri="{FF2B5EF4-FFF2-40B4-BE49-F238E27FC236}">
                <a16:creationId xmlns:a16="http://schemas.microsoft.com/office/drawing/2014/main" id="{DF1FB678-4F92-45E5-9B25-2B5FE93A0952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B8A1C3-E607-4E28-91A1-A973183FE78F}"/>
              </a:ext>
            </a:extLst>
          </p:cNvPr>
          <p:cNvSpPr>
            <a:spLocks noGrp="1"/>
          </p:cNvSpPr>
          <p:nvPr>
            <p:ph type="dt" sz="half" idx="1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0" name="Footer Placeholder 9" hidden="1">
            <a:extLst>
              <a:ext uri="{FF2B5EF4-FFF2-40B4-BE49-F238E27FC236}">
                <a16:creationId xmlns:a16="http://schemas.microsoft.com/office/drawing/2014/main" id="{6B901E0B-D453-4CEB-8C35-51C25A27F89D}"/>
              </a:ext>
            </a:extLst>
          </p:cNvPr>
          <p:cNvSpPr>
            <a:spLocks noGrp="1"/>
          </p:cNvSpPr>
          <p:nvPr>
            <p:ph type="ftr" sz="quarter" idx="1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 hidden="1">
            <a:extLst>
              <a:ext uri="{FF2B5EF4-FFF2-40B4-BE49-F238E27FC236}">
                <a16:creationId xmlns:a16="http://schemas.microsoft.com/office/drawing/2014/main" id="{212E0C1A-F772-4C8C-B2E7-03887DA46ED9}"/>
              </a:ext>
            </a:extLst>
          </p:cNvPr>
          <p:cNvSpPr>
            <a:spLocks noGrp="1"/>
          </p:cNvSpPr>
          <p:nvPr>
            <p:ph type="sldNum" sz="quarter" idx="1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0BE19B5-FA3E-481C-ACF3-046C2AA8A9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2240565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799">
          <p15:clr>
            <a:srgbClr val="FBAE40"/>
          </p15:clr>
        </p15:guide>
        <p15:guide id="4" orient="horz" pos="402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OGO PROTECTION" hidden="1">
            <a:extLst>
              <a:ext uri="{FF2B5EF4-FFF2-40B4-BE49-F238E27FC236}">
                <a16:creationId xmlns:a16="http://schemas.microsoft.com/office/drawing/2014/main" id="{193C101A-31DD-4FCB-8E69-ED3C115F16E0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7218294" y="4002910"/>
            <a:ext cx="1545538" cy="83709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8" name="Background White">
            <a:extLst>
              <a:ext uri="{FF2B5EF4-FFF2-40B4-BE49-F238E27FC236}">
                <a16:creationId xmlns:a16="http://schemas.microsoft.com/office/drawing/2014/main" id="{9FD1694A-5725-40E5-AC10-2A7A68B981E5}"/>
              </a:ext>
            </a:extLst>
          </p:cNvPr>
          <p:cNvSpPr/>
          <p:nvPr/>
        </p:nvSpPr>
        <p:spPr bwMode="auto">
          <a:xfrm>
            <a:off x="0" y="0"/>
            <a:ext cx="9144900" cy="51435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23" name="Crystal Picture Placeholder">
            <a:extLst>
              <a:ext uri="{FF2B5EF4-FFF2-40B4-BE49-F238E27FC236}">
                <a16:creationId xmlns:a16="http://schemas.microsoft.com/office/drawing/2014/main" id="{5805FCC4-D045-0733-8C95-81CAFF95804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" y="2"/>
            <a:ext cx="9143999" cy="2807998"/>
          </a:xfrm>
          <a:custGeom>
            <a:avLst/>
            <a:gdLst>
              <a:gd name="connsiteX0" fmla="*/ 0 w 12191999"/>
              <a:gd name="connsiteY0" fmla="*/ 0 h 3743997"/>
              <a:gd name="connsiteX1" fmla="*/ 12191999 w 12191999"/>
              <a:gd name="connsiteY1" fmla="*/ 0 h 3743997"/>
              <a:gd name="connsiteX2" fmla="*/ 12191999 w 12191999"/>
              <a:gd name="connsiteY2" fmla="*/ 3726156 h 3743997"/>
              <a:gd name="connsiteX3" fmla="*/ 3063660 w 12191999"/>
              <a:gd name="connsiteY3" fmla="*/ 2179105 h 3743997"/>
              <a:gd name="connsiteX4" fmla="*/ 387 w 12191999"/>
              <a:gd name="connsiteY4" fmla="*/ 3726157 h 3743997"/>
              <a:gd name="connsiteX5" fmla="*/ 387 w 12191999"/>
              <a:gd name="connsiteY5" fmla="*/ 3743997 h 3743997"/>
              <a:gd name="connsiteX6" fmla="*/ 0 w 12191999"/>
              <a:gd name="connsiteY6" fmla="*/ 3743997 h 3743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743997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743997"/>
                </a:lnTo>
                <a:lnTo>
                  <a:pt x="0" y="3743997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 wrap="square" tIns="1296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0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68000" y="4231463"/>
            <a:ext cx="6210000" cy="459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35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26638A09-FAF0-40AC-917E-C2B12C875E5A}"/>
              </a:ext>
            </a:extLst>
          </p:cNvPr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468000" y="3122289"/>
            <a:ext cx="6210000" cy="839176"/>
          </a:xfrm>
        </p:spPr>
        <p:txBody>
          <a:bodyPr bIns="0" anchor="b">
            <a:normAutofit/>
          </a:bodyPr>
          <a:lstStyle>
            <a:lvl1pPr algn="l">
              <a:defRPr sz="27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9" name="empower_classification_attention_placeholder" hidden="1">
            <a:extLst>
              <a:ext uri="{FF2B5EF4-FFF2-40B4-BE49-F238E27FC236}">
                <a16:creationId xmlns:a16="http://schemas.microsoft.com/office/drawing/2014/main" id="{542ADA73-329E-4D35-A040-712B75800F88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4058850" y="4875236"/>
            <a:ext cx="1026301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6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classification_placeholder">
            <a:extLst>
              <a:ext uri="{FF2B5EF4-FFF2-40B4-BE49-F238E27FC236}">
                <a16:creationId xmlns:a16="http://schemas.microsoft.com/office/drawing/2014/main" id="{2D16A7B9-CA23-4C66-B2AF-3682EAAE815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4059000" y="4875236"/>
            <a:ext cx="1026000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FE25D73-2664-463A-AF80-DF3E4E2CB8B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68001" y="4875236"/>
            <a:ext cx="2430065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raft_placeholder" hidden="1">
            <a:extLst>
              <a:ext uri="{FF2B5EF4-FFF2-40B4-BE49-F238E27FC236}">
                <a16:creationId xmlns:a16="http://schemas.microsoft.com/office/drawing/2014/main" id="{9769B1E2-E46B-4957-AEBB-2CD1EAF09328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3262533" y="4875929"/>
            <a:ext cx="432000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MIO_AGENDA_IGNORE_NAVIGATION" hidden="1">
            <a:extLst>
              <a:ext uri="{FF2B5EF4-FFF2-40B4-BE49-F238E27FC236}">
                <a16:creationId xmlns:a16="http://schemas.microsoft.com/office/drawing/2014/main" id="{03AF05FD-8ED3-440D-B616-18664CA13DD2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E0053FF2-2ADB-4CE0-850C-04ADE25DFF5B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17" name="Date Placeholder 16" hidden="1">
            <a:extLst>
              <a:ext uri="{FF2B5EF4-FFF2-40B4-BE49-F238E27FC236}">
                <a16:creationId xmlns:a16="http://schemas.microsoft.com/office/drawing/2014/main" id="{B19EA23C-BCB4-4E72-A8B3-AFF05FD396BC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8" name="Footer Placeholder 17" hidden="1">
            <a:extLst>
              <a:ext uri="{FF2B5EF4-FFF2-40B4-BE49-F238E27FC236}">
                <a16:creationId xmlns:a16="http://schemas.microsoft.com/office/drawing/2014/main" id="{271BB539-26D3-4B9C-9F13-4E382668BE89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Slide Number Placeholder 18" hidden="1">
            <a:extLst>
              <a:ext uri="{FF2B5EF4-FFF2-40B4-BE49-F238E27FC236}">
                <a16:creationId xmlns:a16="http://schemas.microsoft.com/office/drawing/2014/main" id="{970E7400-5A78-4596-8A13-DC8308CA511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370ED20-2DD7-4652-95B4-6C73AD11EB7F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92DC6926-96FF-4BB1-823E-5F2FFE796E76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3767" y="4089967"/>
            <a:ext cx="1372690" cy="600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606506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OGO PROTECTION">
            <a:extLst>
              <a:ext uri="{FF2B5EF4-FFF2-40B4-BE49-F238E27FC236}">
                <a16:creationId xmlns:a16="http://schemas.microsoft.com/office/drawing/2014/main" id="{193C101A-31DD-4FCB-8E69-ED3C115F16E0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7434318" y="177475"/>
            <a:ext cx="1329513" cy="720089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8" name="Background White">
            <a:extLst>
              <a:ext uri="{FF2B5EF4-FFF2-40B4-BE49-F238E27FC236}">
                <a16:creationId xmlns:a16="http://schemas.microsoft.com/office/drawing/2014/main" id="{9FD1694A-5725-40E5-AC10-2A7A68B981E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 bwMode="auto">
          <a:xfrm>
            <a:off x="0" y="0"/>
            <a:ext cx="9144900" cy="51435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30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68000" y="4231463"/>
            <a:ext cx="6210000" cy="459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35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26638A09-FAF0-40AC-917E-C2B12C875E5A}"/>
              </a:ext>
            </a:extLst>
          </p:cNvPr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468000" y="3122289"/>
            <a:ext cx="6210000" cy="839176"/>
          </a:xfrm>
        </p:spPr>
        <p:txBody>
          <a:bodyPr bIns="0" anchor="b">
            <a:normAutofit/>
          </a:bodyPr>
          <a:lstStyle>
            <a:lvl1pPr algn="l">
              <a:defRPr sz="27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13" name="Crystal Shape">
            <a:extLst>
              <a:ext uri="{FF2B5EF4-FFF2-40B4-BE49-F238E27FC236}">
                <a16:creationId xmlns:a16="http://schemas.microsoft.com/office/drawing/2014/main" id="{A4208110-E884-BAAA-527C-E592A2F7FA29}"/>
              </a:ext>
            </a:extLst>
          </p:cNvPr>
          <p:cNvSpPr/>
          <p:nvPr userDrawn="1"/>
        </p:nvSpPr>
        <p:spPr bwMode="auto">
          <a:xfrm>
            <a:off x="2" y="1"/>
            <a:ext cx="9143999" cy="2949181"/>
          </a:xfrm>
          <a:custGeom>
            <a:avLst/>
            <a:gdLst>
              <a:gd name="connsiteX0" fmla="*/ 0 w 12191999"/>
              <a:gd name="connsiteY0" fmla="*/ 0 h 3932241"/>
              <a:gd name="connsiteX1" fmla="*/ 12191999 w 12191999"/>
              <a:gd name="connsiteY1" fmla="*/ 0 h 3932241"/>
              <a:gd name="connsiteX2" fmla="*/ 12191999 w 12191999"/>
              <a:gd name="connsiteY2" fmla="*/ 3726156 h 3932241"/>
              <a:gd name="connsiteX3" fmla="*/ 3063660 w 12191999"/>
              <a:gd name="connsiteY3" fmla="*/ 2179105 h 3932241"/>
              <a:gd name="connsiteX4" fmla="*/ 387 w 12191999"/>
              <a:gd name="connsiteY4" fmla="*/ 3726157 h 3932241"/>
              <a:gd name="connsiteX5" fmla="*/ 387 w 12191999"/>
              <a:gd name="connsiteY5" fmla="*/ 3932241 h 3932241"/>
              <a:gd name="connsiteX6" fmla="*/ 0 w 12191999"/>
              <a:gd name="connsiteY6" fmla="*/ 3932241 h 3932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932241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932241"/>
                </a:lnTo>
                <a:lnTo>
                  <a:pt x="0" y="3932241"/>
                </a:lnTo>
                <a:close/>
              </a:path>
            </a:pathLst>
          </a:custGeom>
          <a:blipFill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>
            <a:noAutofit/>
          </a:bodyPr>
          <a:lstStyle/>
          <a:p>
            <a:pPr algn="ctr" defTabSz="432000" rtl="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classification_attention_placeholder" hidden="1">
            <a:extLst>
              <a:ext uri="{FF2B5EF4-FFF2-40B4-BE49-F238E27FC236}">
                <a16:creationId xmlns:a16="http://schemas.microsoft.com/office/drawing/2014/main" id="{542ADA73-329E-4D35-A040-712B75800F88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4058850" y="4875236"/>
            <a:ext cx="1026301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6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classification_placeholder">
            <a:extLst>
              <a:ext uri="{FF2B5EF4-FFF2-40B4-BE49-F238E27FC236}">
                <a16:creationId xmlns:a16="http://schemas.microsoft.com/office/drawing/2014/main" id="{2D16A7B9-CA23-4C66-B2AF-3682EAAE815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4059000" y="4875236"/>
            <a:ext cx="1026000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FE25D73-2664-463A-AF80-DF3E4E2CB8B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68001" y="4875236"/>
            <a:ext cx="2430065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raft_placeholder" hidden="1">
            <a:extLst>
              <a:ext uri="{FF2B5EF4-FFF2-40B4-BE49-F238E27FC236}">
                <a16:creationId xmlns:a16="http://schemas.microsoft.com/office/drawing/2014/main" id="{9769B1E2-E46B-4957-AEBB-2CD1EAF09328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3262533" y="4875929"/>
            <a:ext cx="432000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MIO_AGENDA_IGNORE_NAVIGATION" hidden="1">
            <a:extLst>
              <a:ext uri="{FF2B5EF4-FFF2-40B4-BE49-F238E27FC236}">
                <a16:creationId xmlns:a16="http://schemas.microsoft.com/office/drawing/2014/main" id="{03AF05FD-8ED3-440D-B616-18664CA13DD2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E0053FF2-2ADB-4CE0-850C-04ADE25DFF5B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17" name="Date Placeholder 16" hidden="1">
            <a:extLst>
              <a:ext uri="{FF2B5EF4-FFF2-40B4-BE49-F238E27FC236}">
                <a16:creationId xmlns:a16="http://schemas.microsoft.com/office/drawing/2014/main" id="{B19EA23C-BCB4-4E72-A8B3-AFF05FD396BC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8" name="Footer Placeholder 17" hidden="1">
            <a:extLst>
              <a:ext uri="{FF2B5EF4-FFF2-40B4-BE49-F238E27FC236}">
                <a16:creationId xmlns:a16="http://schemas.microsoft.com/office/drawing/2014/main" id="{271BB539-26D3-4B9C-9F13-4E382668BE89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Slide Number Placeholder 18" hidden="1">
            <a:extLst>
              <a:ext uri="{FF2B5EF4-FFF2-40B4-BE49-F238E27FC236}">
                <a16:creationId xmlns:a16="http://schemas.microsoft.com/office/drawing/2014/main" id="{970E7400-5A78-4596-8A13-DC8308CA511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>
            <a:extLst>
              <a:ext uri="{FF2B5EF4-FFF2-40B4-BE49-F238E27FC236}">
                <a16:creationId xmlns:a16="http://schemas.microsoft.com/office/drawing/2014/main" id="{C370ED20-2DD7-4652-95B4-6C73AD11EB7F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7" name="Picture 6" descr="A logo of a company&#10;&#10;Description automatically generated">
            <a:extLst>
              <a:ext uri="{FF2B5EF4-FFF2-40B4-BE49-F238E27FC236}">
                <a16:creationId xmlns:a16="http://schemas.microsoft.com/office/drawing/2014/main" id="{D3AB9BDB-6716-DC0D-AD30-113C999DA9C9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0312" y="3992181"/>
            <a:ext cx="1295688" cy="764887"/>
          </a:xfrm>
          <a:prstGeom prst="rect">
            <a:avLst/>
          </a:prstGeom>
        </p:spPr>
      </p:pic>
      <p:pic>
        <p:nvPicPr>
          <p:cNvPr id="20" name="LOGO">
            <a:extLst>
              <a:ext uri="{FF2B5EF4-FFF2-40B4-BE49-F238E27FC236}">
                <a16:creationId xmlns:a16="http://schemas.microsoft.com/office/drawing/2014/main" id="{92DC6926-96FF-4BB1-823E-5F2FFE796E7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7495632" y="264954"/>
            <a:ext cx="1180825" cy="515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66967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501C1CF0-6452-4D4E-9BC7-65EADBD5EEC4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7218294" y="4002910"/>
            <a:ext cx="1545538" cy="83709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Background White">
            <a:extLst>
              <a:ext uri="{FF2B5EF4-FFF2-40B4-BE49-F238E27FC236}">
                <a16:creationId xmlns:a16="http://schemas.microsoft.com/office/drawing/2014/main" id="{FBA286CB-2DB7-49EA-ABB9-E63BB6315EDB}"/>
              </a:ext>
            </a:extLst>
          </p:cNvPr>
          <p:cNvSpPr/>
          <p:nvPr userDrawn="1"/>
        </p:nvSpPr>
        <p:spPr bwMode="auto">
          <a:xfrm>
            <a:off x="0" y="0"/>
            <a:ext cx="9144900" cy="51435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27" name="Crystal Picture Placeholder">
            <a:extLst>
              <a:ext uri="{FF2B5EF4-FFF2-40B4-BE49-F238E27FC236}">
                <a16:creationId xmlns:a16="http://schemas.microsoft.com/office/drawing/2014/main" id="{2B034C47-A659-3457-E1A7-79A7F521356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-1" y="0"/>
            <a:ext cx="3903869" cy="5143500"/>
          </a:xfrm>
          <a:custGeom>
            <a:avLst/>
            <a:gdLst>
              <a:gd name="connsiteX0" fmla="*/ 0 w 5205158"/>
              <a:gd name="connsiteY0" fmla="*/ 0 h 6858000"/>
              <a:gd name="connsiteX1" fmla="*/ 4377139 w 5205158"/>
              <a:gd name="connsiteY1" fmla="*/ 0 h 6858000"/>
              <a:gd name="connsiteX2" fmla="*/ 5205158 w 5205158"/>
              <a:gd name="connsiteY2" fmla="*/ 1713978 h 6858000"/>
              <a:gd name="connsiteX3" fmla="*/ 4370092 w 5205158"/>
              <a:gd name="connsiteY3" fmla="*/ 6858000 h 6858000"/>
              <a:gd name="connsiteX4" fmla="*/ 0 w 5205158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05158" h="6858000">
                <a:moveTo>
                  <a:pt x="0" y="0"/>
                </a:moveTo>
                <a:lnTo>
                  <a:pt x="4377139" y="0"/>
                </a:lnTo>
                <a:lnTo>
                  <a:pt x="5205158" y="1713978"/>
                </a:lnTo>
                <a:lnTo>
                  <a:pt x="4370092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 wrap="square" tIns="2700000">
            <a:noAutofit/>
          </a:bodyPr>
          <a:lstStyle>
            <a:lvl1pPr marL="0" indent="0" algn="ctr" rtl="0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5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356456" y="2842576"/>
            <a:ext cx="4320000" cy="459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35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0926292C-4FD6-404F-8149-3EB0B4DF87B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4356456" y="1317903"/>
            <a:ext cx="4320000" cy="1254674"/>
          </a:xfrm>
        </p:spPr>
        <p:txBody>
          <a:bodyPr bIns="0" anchor="b">
            <a:normAutofit/>
          </a:bodyPr>
          <a:lstStyle>
            <a:lvl1pPr algn="l">
              <a:defRPr sz="27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275E4ACD-2699-4EB4-B72E-2EBE63C205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4356456" y="4876200"/>
            <a:ext cx="1026301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2E1A11AC-1395-4E21-827C-BF03F1350E7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4356456" y="4876200"/>
            <a:ext cx="1026000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8A1DAB4F-0FA1-4116-AD11-2FAD7B4CA74A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6391" y="4876200"/>
            <a:ext cx="2430065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6199DA7C-0CA0-4D66-B211-C7E7EAED824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598424" y="4875929"/>
            <a:ext cx="432000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77B7EDDE-B2BF-41DF-B12E-29C55B064D28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77CD087C-DFE1-43D5-AF8C-29BB0B90F672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8A2B950C-C584-4156-BAA9-284D4A5BB0F4}"/>
              </a:ext>
            </a:extLst>
          </p:cNvPr>
          <p:cNvSpPr>
            <a:spLocks noGrp="1"/>
          </p:cNvSpPr>
          <p:nvPr>
            <p:ph type="dt" sz="half" idx="19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237973C6-0D90-4AEE-BB6E-AE4A8B5BA26B}"/>
              </a:ext>
            </a:extLst>
          </p:cNvPr>
          <p:cNvSpPr>
            <a:spLocks noGrp="1"/>
          </p:cNvSpPr>
          <p:nvPr>
            <p:ph type="sldNum" sz="quarter" idx="21"/>
            <p:custDataLst>
              <p:tags r:id="rId8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D727B4D6-DF5E-49B7-A837-D207551F22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A2558C1A-A4CE-495C-941B-21CFE7DE6C24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3767" y="4089967"/>
            <a:ext cx="1372690" cy="600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14274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OGO PROTECTION">
            <a:extLst>
              <a:ext uri="{FF2B5EF4-FFF2-40B4-BE49-F238E27FC236}">
                <a16:creationId xmlns:a16="http://schemas.microsoft.com/office/drawing/2014/main" id="{4DCE96B1-83D3-EAE7-D992-044F49F60C08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auto">
          <a:xfrm>
            <a:off x="197514" y="177475"/>
            <a:ext cx="1329513" cy="720089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7" name="Background White">
            <a:extLst>
              <a:ext uri="{FF2B5EF4-FFF2-40B4-BE49-F238E27FC236}">
                <a16:creationId xmlns:a16="http://schemas.microsoft.com/office/drawing/2014/main" id="{FBA286CB-2DB7-49EA-ABB9-E63BB6315EDB}"/>
              </a:ext>
            </a:extLst>
          </p:cNvPr>
          <p:cNvSpPr/>
          <p:nvPr/>
        </p:nvSpPr>
        <p:spPr bwMode="auto">
          <a:xfrm>
            <a:off x="0" y="0"/>
            <a:ext cx="9144900" cy="51435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pic>
        <p:nvPicPr>
          <p:cNvPr id="2" name="Picture 1" descr="A close-up of a plant&#10;&#10;Description automatically generated">
            <a:extLst>
              <a:ext uri="{FF2B5EF4-FFF2-40B4-BE49-F238E27FC236}">
                <a16:creationId xmlns:a16="http://schemas.microsoft.com/office/drawing/2014/main" id="{D8A43A75-D6CE-2257-415C-1E0787C2AD10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3904904" cy="5143500"/>
          </a:xfrm>
          <a:prstGeom prst="rect">
            <a:avLst/>
          </a:prstGeom>
        </p:spPr>
      </p:pic>
      <p:sp>
        <p:nvSpPr>
          <p:cNvPr id="35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356456" y="2842576"/>
            <a:ext cx="4320000" cy="459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35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0926292C-4FD6-404F-8149-3EB0B4DF87B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4356456" y="1317903"/>
            <a:ext cx="4320000" cy="1254674"/>
          </a:xfrm>
        </p:spPr>
        <p:txBody>
          <a:bodyPr bIns="0" anchor="b">
            <a:normAutofit/>
          </a:bodyPr>
          <a:lstStyle>
            <a:lvl1pPr algn="l">
              <a:defRPr sz="27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275E4ACD-2699-4EB4-B72E-2EBE63C205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4356456" y="4876200"/>
            <a:ext cx="1026301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2E1A11AC-1395-4E21-827C-BF03F1350E7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4356456" y="4876200"/>
            <a:ext cx="1026000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8A1DAB4F-0FA1-4116-AD11-2FAD7B4CA74A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6391" y="4876200"/>
            <a:ext cx="2430065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6199DA7C-0CA0-4D66-B211-C7E7EAED824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598424" y="4875929"/>
            <a:ext cx="432000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77B7EDDE-B2BF-41DF-B12E-29C55B064D28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77CD087C-DFE1-43D5-AF8C-29BB0B90F672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8A2B950C-C584-4156-BAA9-284D4A5BB0F4}"/>
              </a:ext>
            </a:extLst>
          </p:cNvPr>
          <p:cNvSpPr>
            <a:spLocks noGrp="1"/>
          </p:cNvSpPr>
          <p:nvPr>
            <p:ph type="dt" sz="half" idx="19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237973C6-0D90-4AEE-BB6E-AE4A8B5BA26B}"/>
              </a:ext>
            </a:extLst>
          </p:cNvPr>
          <p:cNvSpPr>
            <a:spLocks noGrp="1"/>
          </p:cNvSpPr>
          <p:nvPr>
            <p:ph type="sldNum" sz="quarter" idx="21"/>
            <p:custDataLst>
              <p:tags r:id="rId8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D727B4D6-DF5E-49B7-A837-D207551F22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1" name="Picture 20" descr="A logo of a company&#10;&#10;Description automatically generated">
            <a:extLst>
              <a:ext uri="{FF2B5EF4-FFF2-40B4-BE49-F238E27FC236}">
                <a16:creationId xmlns:a16="http://schemas.microsoft.com/office/drawing/2014/main" id="{A243AC04-C54C-094D-D758-581BFC35258A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0312" y="3992181"/>
            <a:ext cx="1295688" cy="764887"/>
          </a:xfrm>
          <a:prstGeom prst="rect">
            <a:avLst/>
          </a:prstGeom>
        </p:spPr>
      </p:pic>
      <p:pic>
        <p:nvPicPr>
          <p:cNvPr id="12" name="LOGO">
            <a:extLst>
              <a:ext uri="{FF2B5EF4-FFF2-40B4-BE49-F238E27FC236}">
                <a16:creationId xmlns:a16="http://schemas.microsoft.com/office/drawing/2014/main" id="{1807AF6D-9E64-2C4F-72B8-8E1B696F07BF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>
          <a:xfrm>
            <a:off x="251100" y="264954"/>
            <a:ext cx="1180825" cy="515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96398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4A951B-0B3C-4A20-86D2-B3C8F8FB9563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7218294" y="4002910"/>
            <a:ext cx="1545538" cy="83709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Background White">
            <a:extLst>
              <a:ext uri="{FF2B5EF4-FFF2-40B4-BE49-F238E27FC236}">
                <a16:creationId xmlns:a16="http://schemas.microsoft.com/office/drawing/2014/main" id="{1FBC75BD-957B-1EC7-B3A9-8C67FC480706}"/>
              </a:ext>
            </a:extLst>
          </p:cNvPr>
          <p:cNvSpPr/>
          <p:nvPr userDrawn="1"/>
        </p:nvSpPr>
        <p:spPr bwMode="auto">
          <a:xfrm>
            <a:off x="0" y="0"/>
            <a:ext cx="9144900" cy="51435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rtl="0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3" name="Crystal Shape">
            <a:extLst>
              <a:ext uri="{FF2B5EF4-FFF2-40B4-BE49-F238E27FC236}">
                <a16:creationId xmlns:a16="http://schemas.microsoft.com/office/drawing/2014/main" id="{2EA7ACC0-9174-0F6F-0B3E-9FE773D0A408}"/>
              </a:ext>
            </a:extLst>
          </p:cNvPr>
          <p:cNvSpPr/>
          <p:nvPr userDrawn="1"/>
        </p:nvSpPr>
        <p:spPr bwMode="auto">
          <a:xfrm>
            <a:off x="2" y="1"/>
            <a:ext cx="9143999" cy="2949181"/>
          </a:xfrm>
          <a:custGeom>
            <a:avLst/>
            <a:gdLst>
              <a:gd name="connsiteX0" fmla="*/ 0 w 12191999"/>
              <a:gd name="connsiteY0" fmla="*/ 0 h 3932241"/>
              <a:gd name="connsiteX1" fmla="*/ 12191999 w 12191999"/>
              <a:gd name="connsiteY1" fmla="*/ 0 h 3932241"/>
              <a:gd name="connsiteX2" fmla="*/ 12191999 w 12191999"/>
              <a:gd name="connsiteY2" fmla="*/ 3726156 h 3932241"/>
              <a:gd name="connsiteX3" fmla="*/ 3063660 w 12191999"/>
              <a:gd name="connsiteY3" fmla="*/ 2179105 h 3932241"/>
              <a:gd name="connsiteX4" fmla="*/ 387 w 12191999"/>
              <a:gd name="connsiteY4" fmla="*/ 3726157 h 3932241"/>
              <a:gd name="connsiteX5" fmla="*/ 387 w 12191999"/>
              <a:gd name="connsiteY5" fmla="*/ 3932241 h 3932241"/>
              <a:gd name="connsiteX6" fmla="*/ 0 w 12191999"/>
              <a:gd name="connsiteY6" fmla="*/ 3932241 h 3932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932241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932241"/>
                </a:lnTo>
                <a:lnTo>
                  <a:pt x="0" y="3932241"/>
                </a:lnTo>
                <a:close/>
              </a:path>
            </a:pathLst>
          </a:cu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>
            <a:noAutofit/>
          </a:bodyPr>
          <a:lstStyle/>
          <a:p>
            <a:pPr algn="ctr" defTabSz="432000" rtl="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6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68000" y="4230900"/>
            <a:ext cx="6210000" cy="459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35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DDFB9099-E080-4657-A124-1583A7385081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468001" y="3121199"/>
            <a:ext cx="6210000" cy="839700"/>
          </a:xfrm>
        </p:spPr>
        <p:txBody>
          <a:bodyPr bIns="0" anchor="b">
            <a:normAutofit/>
          </a:bodyPr>
          <a:lstStyle>
            <a:lvl1pPr algn="l">
              <a:defRPr sz="27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597455C0-1C86-4D66-BC01-C39FC063630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4058850" y="4876200"/>
            <a:ext cx="1026301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F2A69E30-B66A-4640-A0FD-5D2C3EE160B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4059000" y="4876200"/>
            <a:ext cx="1026000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96E39437-30C8-4D2C-BDE0-D743E3FA80DD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68001" y="4876200"/>
            <a:ext cx="2430065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4B8FCDCD-762A-43C6-901A-F85ED8B716CE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3262533" y="4875929"/>
            <a:ext cx="432000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E1EDD075-E4C7-4D42-B9EA-266CAA36278B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CHAPTER_REFERENCE" hidden="1">
            <a:extLst>
              <a:ext uri="{FF2B5EF4-FFF2-40B4-BE49-F238E27FC236}">
                <a16:creationId xmlns:a16="http://schemas.microsoft.com/office/drawing/2014/main" id="{69714F47-DD62-4063-BF75-AE10B75ACD2F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C4801112-C226-4D1B-8109-89A1EA6E6950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7" name="Footer Placeholder 16" hidden="1">
            <a:extLst>
              <a:ext uri="{FF2B5EF4-FFF2-40B4-BE49-F238E27FC236}">
                <a16:creationId xmlns:a16="http://schemas.microsoft.com/office/drawing/2014/main" id="{4A132925-95FA-4753-A3A8-100A8B4A5840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90BC69B8-D726-4EBC-AE1A-053251677C8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3B046A58-B894-4C62-9312-C4EF9EDFF3F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0090C8BE-0F32-4CF4-BB5D-F435E6072DCB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3767" y="4089967"/>
            <a:ext cx="1372690" cy="600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23502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mpower_additionalText_placeholder" hidden="1">
            <a:extLst>
              <a:ext uri="{FF2B5EF4-FFF2-40B4-BE49-F238E27FC236}">
                <a16:creationId xmlns:a16="http://schemas.microsoft.com/office/drawing/2014/main" id="{93F7048C-8316-453D-8883-8716B78B030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1898847" y="4867006"/>
            <a:ext cx="1296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19AD8A63-6441-49F3-BD90-8D4DF9E47EE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7EE7D08-6A4F-4583-B0FB-2642238529C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006"/>
            <a:ext cx="72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BBB3932D-D47B-4955-93EE-467AC52E4E27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006"/>
            <a:ext cx="270272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BB857729-3B9C-45BF-8F44-236D56EED40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006"/>
            <a:ext cx="2322257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ED12D396-6789-4220-B5FF-8F4E755A3C76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928642" y="4867275"/>
            <a:ext cx="728891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0" name="empower_classification_placeholder">
            <a:extLst>
              <a:ext uri="{FF2B5EF4-FFF2-40B4-BE49-F238E27FC236}">
                <a16:creationId xmlns:a16="http://schemas.microsoft.com/office/drawing/2014/main" id="{37C1E426-F34B-4FFB-A688-C9E251A8BC0B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928642" y="4867275"/>
            <a:ext cx="729938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date_placeholder">
            <a:extLst>
              <a:ext uri="{FF2B5EF4-FFF2-40B4-BE49-F238E27FC236}">
                <a16:creationId xmlns:a16="http://schemas.microsoft.com/office/drawing/2014/main" id="{6976A686-032A-4DD8-ACB2-F6323D2BEB1D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006"/>
            <a:ext cx="45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807386D-5007-41B0-8720-8A575EEBAF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F5FE3C92-21D9-4EC7-8208-A5BA097E9D7D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D1F9AA12-4C8C-4488-AF38-E06943B19AA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971F8BAB-E178-4122-ADFD-FE4894CC864F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 hidden="1">
            <a:extLst>
              <a:ext uri="{FF2B5EF4-FFF2-40B4-BE49-F238E27FC236}">
                <a16:creationId xmlns:a16="http://schemas.microsoft.com/office/drawing/2014/main" id="{F4BB077B-5178-4306-A596-17CDBFA21A56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D23B78-ED4D-4135-B16E-F5097554D30C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05098127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15" orient="horz" pos="799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|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mpower_additionalText_placeholder" hidden="1">
            <a:extLst>
              <a:ext uri="{FF2B5EF4-FFF2-40B4-BE49-F238E27FC236}">
                <a16:creationId xmlns:a16="http://schemas.microsoft.com/office/drawing/2014/main" id="{9D9C4037-B0BC-4E62-B476-A41D0440655D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 bwMode="auto">
          <a:xfrm>
            <a:off x="1898847" y="4867275"/>
            <a:ext cx="1296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BEA6DD0-FBBB-494B-9C03-C447E71492A5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3" name="empower_proprietary_placeholder" hidden="1">
            <a:extLst>
              <a:ext uri="{FF2B5EF4-FFF2-40B4-BE49-F238E27FC236}">
                <a16:creationId xmlns:a16="http://schemas.microsoft.com/office/drawing/2014/main" id="{295E96AB-B6AB-4A8B-A097-6438B2DA5C5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275"/>
            <a:ext cx="72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5" name="empower_draft_placeholder" hidden="1">
            <a:extLst>
              <a:ext uri="{FF2B5EF4-FFF2-40B4-BE49-F238E27FC236}">
                <a16:creationId xmlns:a16="http://schemas.microsoft.com/office/drawing/2014/main" id="{0B3EC6CF-5868-40BD-BF1B-882B13F49F5C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275"/>
            <a:ext cx="270272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7" name="empower_footer_placeholder">
            <a:extLst>
              <a:ext uri="{FF2B5EF4-FFF2-40B4-BE49-F238E27FC236}">
                <a16:creationId xmlns:a16="http://schemas.microsoft.com/office/drawing/2014/main" id="{FE09BAC5-F3BC-4C51-A794-098F4099C052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275"/>
            <a:ext cx="2322257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19" name="empower_classification_attention_placeholder" hidden="1">
            <a:extLst>
              <a:ext uri="{FF2B5EF4-FFF2-40B4-BE49-F238E27FC236}">
                <a16:creationId xmlns:a16="http://schemas.microsoft.com/office/drawing/2014/main" id="{E695FB18-B641-433F-A03A-D58B93F377B4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928642" y="4867275"/>
            <a:ext cx="728891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1" name="empower_classification_placeholder">
            <a:extLst>
              <a:ext uri="{FF2B5EF4-FFF2-40B4-BE49-F238E27FC236}">
                <a16:creationId xmlns:a16="http://schemas.microsoft.com/office/drawing/2014/main" id="{6F76DDB4-3F8E-4A82-B473-4784C9B20BC1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928642" y="4867275"/>
            <a:ext cx="729938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date_placeholder">
            <a:extLst>
              <a:ext uri="{FF2B5EF4-FFF2-40B4-BE49-F238E27FC236}">
                <a16:creationId xmlns:a16="http://schemas.microsoft.com/office/drawing/2014/main" id="{2C326E6F-F54B-4E77-BCF5-73E6B02466B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275"/>
            <a:ext cx="45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  <a:endParaRPr lang="en-US" sz="6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"/>
          <p:cNvSpPr>
            <a:spLocks noGrp="1"/>
          </p:cNvSpPr>
          <p:nvPr>
            <p:ph sz="quarter" idx="13" hasCustomPrompt="1"/>
          </p:nvPr>
        </p:nvSpPr>
        <p:spPr>
          <a:xfrm>
            <a:off x="251100" y="951311"/>
            <a:ext cx="8640000" cy="383500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209D2CA-FDE2-4B12-9D75-213CCFE3FA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9" name="LOGO PROTECTION" hidden="1">
            <a:extLst>
              <a:ext uri="{FF2B5EF4-FFF2-40B4-BE49-F238E27FC236}">
                <a16:creationId xmlns:a16="http://schemas.microsoft.com/office/drawing/2014/main" id="{DF1FB678-4F92-45E5-9B25-2B5FE93A0952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B8A1C3-E607-4E28-91A1-A973183FE78F}"/>
              </a:ext>
            </a:extLst>
          </p:cNvPr>
          <p:cNvSpPr>
            <a:spLocks noGrp="1"/>
          </p:cNvSpPr>
          <p:nvPr>
            <p:ph type="dt" sz="half" idx="1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0" name="Footer Placeholder 9" hidden="1">
            <a:extLst>
              <a:ext uri="{FF2B5EF4-FFF2-40B4-BE49-F238E27FC236}">
                <a16:creationId xmlns:a16="http://schemas.microsoft.com/office/drawing/2014/main" id="{6B901E0B-D453-4CEB-8C35-51C25A27F89D}"/>
              </a:ext>
            </a:extLst>
          </p:cNvPr>
          <p:cNvSpPr>
            <a:spLocks noGrp="1"/>
          </p:cNvSpPr>
          <p:nvPr>
            <p:ph type="ftr" sz="quarter" idx="1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 hidden="1">
            <a:extLst>
              <a:ext uri="{FF2B5EF4-FFF2-40B4-BE49-F238E27FC236}">
                <a16:creationId xmlns:a16="http://schemas.microsoft.com/office/drawing/2014/main" id="{212E0C1A-F772-4C8C-B2E7-03887DA46ED9}"/>
              </a:ext>
            </a:extLst>
          </p:cNvPr>
          <p:cNvSpPr>
            <a:spLocks noGrp="1"/>
          </p:cNvSpPr>
          <p:nvPr>
            <p:ph type="sldNum" sz="quarter" idx="1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0BE19B5-FA3E-481C-ACF3-046C2AA8A9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9902162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799">
          <p15:clr>
            <a:srgbClr val="FBAE40"/>
          </p15:clr>
        </p15:guide>
        <p15:guide id="4" orient="horz" pos="402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FD35C554-56A1-4651-98F3-FC19B8770A8A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1898847" y="4867275"/>
            <a:ext cx="1296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ocument_placeholder" hidden="1">
            <a:extLst>
              <a:ext uri="{FF2B5EF4-FFF2-40B4-BE49-F238E27FC236}">
                <a16:creationId xmlns:a16="http://schemas.microsoft.com/office/drawing/2014/main" id="{4FA374A8-328C-4586-BEF8-CF0921FBF7D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4" name="empower_proprietary_placeholder" hidden="1">
            <a:extLst>
              <a:ext uri="{FF2B5EF4-FFF2-40B4-BE49-F238E27FC236}">
                <a16:creationId xmlns:a16="http://schemas.microsoft.com/office/drawing/2014/main" id="{AEB670C2-21D6-4210-BA37-DF3C9B9933BC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275"/>
            <a:ext cx="72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  <a:endParaRPr lang="en-US" sz="6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draft_placeholder" hidden="1">
            <a:extLst>
              <a:ext uri="{FF2B5EF4-FFF2-40B4-BE49-F238E27FC236}">
                <a16:creationId xmlns:a16="http://schemas.microsoft.com/office/drawing/2014/main" id="{21B71886-0324-4B36-AA82-C90CF46385B2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275"/>
            <a:ext cx="270272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" name="empower_footer_placeholder">
            <a:extLst>
              <a:ext uri="{FF2B5EF4-FFF2-40B4-BE49-F238E27FC236}">
                <a16:creationId xmlns:a16="http://schemas.microsoft.com/office/drawing/2014/main" id="{DC9834AE-8B30-477E-8C87-5F8E7D7B17A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275"/>
            <a:ext cx="2322257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20" name="empower_classification_attention_placeholder" hidden="1">
            <a:extLst>
              <a:ext uri="{FF2B5EF4-FFF2-40B4-BE49-F238E27FC236}">
                <a16:creationId xmlns:a16="http://schemas.microsoft.com/office/drawing/2014/main" id="{B5FD8F85-4CB3-489A-86B2-4ABCB308F30D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928642" y="4867275"/>
            <a:ext cx="728891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classification_placeholder">
            <a:extLst>
              <a:ext uri="{FF2B5EF4-FFF2-40B4-BE49-F238E27FC236}">
                <a16:creationId xmlns:a16="http://schemas.microsoft.com/office/drawing/2014/main" id="{A254D557-505E-4B08-8C5B-DEA083728C5A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928642" y="4867275"/>
            <a:ext cx="729938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6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4" name="empower_date_placeholder">
            <a:extLst>
              <a:ext uri="{FF2B5EF4-FFF2-40B4-BE49-F238E27FC236}">
                <a16:creationId xmlns:a16="http://schemas.microsoft.com/office/drawing/2014/main" id="{6E3D16E2-B858-4F89-B7A0-119FBFC7081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275"/>
            <a:ext cx="45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  <a:endParaRPr lang="en-US" sz="6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251100" y="951311"/>
            <a:ext cx="4266000" cy="383500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Right"/>
          <p:cNvSpPr>
            <a:spLocks noGrp="1"/>
          </p:cNvSpPr>
          <p:nvPr>
            <p:ph sz="quarter" idx="14" hasCustomPrompt="1"/>
          </p:nvPr>
        </p:nvSpPr>
        <p:spPr>
          <a:xfrm>
            <a:off x="4625579" y="951311"/>
            <a:ext cx="4266902" cy="383500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73E7DFD-EB78-498B-97A4-CE06BA4BEC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D623209F-EEBF-4451-AF99-363F6EA35F67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9850AB63-C5F5-4BA2-A73E-BB668324B70F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1" name="Footer Placeholder 10" hidden="1">
            <a:extLst>
              <a:ext uri="{FF2B5EF4-FFF2-40B4-BE49-F238E27FC236}">
                <a16:creationId xmlns:a16="http://schemas.microsoft.com/office/drawing/2014/main" id="{ED18627F-EDFA-45CA-A572-C60F0E37473A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 hidden="1">
            <a:extLst>
              <a:ext uri="{FF2B5EF4-FFF2-40B4-BE49-F238E27FC236}">
                <a16:creationId xmlns:a16="http://schemas.microsoft.com/office/drawing/2014/main" id="{E2FA0071-6D08-45B0-AF4E-22BFCF09E76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673026AB-61DE-4BDA-8F8E-CCC68BAAE095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224886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7469">
          <p15:clr>
            <a:srgbClr val="FBAE40"/>
          </p15:clr>
        </p15:guide>
        <p15:guide id="3" pos="3795">
          <p15:clr>
            <a:srgbClr val="FBAE40"/>
          </p15:clr>
        </p15:guide>
        <p15:guide id="4" pos="211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607500"/>
            <a:ext cx="9143999" cy="4536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Crystal Shape">
            <a:extLst>
              <a:ext uri="{FF2B5EF4-FFF2-40B4-BE49-F238E27FC236}">
                <a16:creationId xmlns:a16="http://schemas.microsoft.com/office/drawing/2014/main" id="{3FBBF7BF-BA7F-647C-39AB-CEDA0092AA91}"/>
              </a:ext>
            </a:extLst>
          </p:cNvPr>
          <p:cNvSpPr/>
          <p:nvPr userDrawn="1"/>
        </p:nvSpPr>
        <p:spPr>
          <a:xfrm rot="5400000">
            <a:off x="905347" y="-925504"/>
            <a:ext cx="5158978" cy="6997848"/>
          </a:xfrm>
          <a:custGeom>
            <a:avLst/>
            <a:gdLst>
              <a:gd name="connsiteX0" fmla="*/ 0 w 6870543"/>
              <a:gd name="connsiteY0" fmla="*/ 727877 h 5591944"/>
              <a:gd name="connsiteX1" fmla="*/ 1726296 w 6870543"/>
              <a:gd name="connsiteY1" fmla="*/ 0 h 5591944"/>
              <a:gd name="connsiteX2" fmla="*/ 6870543 w 6870543"/>
              <a:gd name="connsiteY2" fmla="*/ 1136853 h 5591944"/>
              <a:gd name="connsiteX3" fmla="*/ 6870543 w 6870543"/>
              <a:gd name="connsiteY3" fmla="*/ 5591944 h 5591944"/>
              <a:gd name="connsiteX4" fmla="*/ 0 w 6870543"/>
              <a:gd name="connsiteY4" fmla="*/ 5591944 h 5591944"/>
              <a:gd name="connsiteX5" fmla="*/ 0 w 6870543"/>
              <a:gd name="connsiteY5" fmla="*/ 727877 h 5591944"/>
              <a:gd name="connsiteX0" fmla="*/ 0 w 6870545"/>
              <a:gd name="connsiteY0" fmla="*/ 727877 h 9322375"/>
              <a:gd name="connsiteX1" fmla="*/ 1726296 w 6870545"/>
              <a:gd name="connsiteY1" fmla="*/ 0 h 9322375"/>
              <a:gd name="connsiteX2" fmla="*/ 6870543 w 6870545"/>
              <a:gd name="connsiteY2" fmla="*/ 1136853 h 9322375"/>
              <a:gd name="connsiteX3" fmla="*/ 6870545 w 6870545"/>
              <a:gd name="connsiteY3" fmla="*/ 9322375 h 9322375"/>
              <a:gd name="connsiteX4" fmla="*/ 0 w 6870545"/>
              <a:gd name="connsiteY4" fmla="*/ 5591944 h 9322375"/>
              <a:gd name="connsiteX5" fmla="*/ 0 w 6870545"/>
              <a:gd name="connsiteY5" fmla="*/ 727877 h 9322375"/>
              <a:gd name="connsiteX0" fmla="*/ 8092 w 6878637"/>
              <a:gd name="connsiteY0" fmla="*/ 727877 h 9330464"/>
              <a:gd name="connsiteX1" fmla="*/ 1734388 w 6878637"/>
              <a:gd name="connsiteY1" fmla="*/ 0 h 9330464"/>
              <a:gd name="connsiteX2" fmla="*/ 6878635 w 6878637"/>
              <a:gd name="connsiteY2" fmla="*/ 1136853 h 9330464"/>
              <a:gd name="connsiteX3" fmla="*/ 6878637 w 6878637"/>
              <a:gd name="connsiteY3" fmla="*/ 9322375 h 9330464"/>
              <a:gd name="connsiteX4" fmla="*/ 0 w 6878637"/>
              <a:gd name="connsiteY4" fmla="*/ 9330464 h 9330464"/>
              <a:gd name="connsiteX5" fmla="*/ 8092 w 6878637"/>
              <a:gd name="connsiteY5" fmla="*/ 727877 h 9330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78637" h="9330464">
                <a:moveTo>
                  <a:pt x="8092" y="727877"/>
                </a:moveTo>
                <a:lnTo>
                  <a:pt x="1734388" y="0"/>
                </a:lnTo>
                <a:lnTo>
                  <a:pt x="6878635" y="1136853"/>
                </a:lnTo>
                <a:cubicBezTo>
                  <a:pt x="6878636" y="3865360"/>
                  <a:pt x="6878636" y="6593868"/>
                  <a:pt x="6878637" y="9322375"/>
                </a:cubicBezTo>
                <a:lnTo>
                  <a:pt x="0" y="9330464"/>
                </a:lnTo>
                <a:cubicBezTo>
                  <a:pt x="2697" y="6462935"/>
                  <a:pt x="5395" y="3595406"/>
                  <a:pt x="8092" y="727877"/>
                </a:cubicBez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rtlCol="0" anchor="ctr"/>
          <a:lstStyle/>
          <a:p>
            <a:endParaRPr lang="de-DE" sz="1050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1520" y="1601100"/>
            <a:ext cx="6103144" cy="512527"/>
          </a:xfrm>
        </p:spPr>
        <p:txBody>
          <a:bodyPr bIns="0"/>
          <a:lstStyle>
            <a:lvl1pPr>
              <a:defRPr sz="27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048F1C-4756-47EC-8B66-DB56E576453D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554E90-4FD5-45B2-A49A-214245B7F6D7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5225077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607500"/>
            <a:ext cx="9143999" cy="4536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Crystal Shape">
            <a:extLst>
              <a:ext uri="{FF2B5EF4-FFF2-40B4-BE49-F238E27FC236}">
                <a16:creationId xmlns:a16="http://schemas.microsoft.com/office/drawing/2014/main" id="{63F28C96-D1D9-271E-B326-A1C4DC6BC78F}"/>
              </a:ext>
            </a:extLst>
          </p:cNvPr>
          <p:cNvSpPr/>
          <p:nvPr userDrawn="1"/>
        </p:nvSpPr>
        <p:spPr>
          <a:xfrm rot="16200000">
            <a:off x="5149694" y="1149195"/>
            <a:ext cx="5143499" cy="2845112"/>
          </a:xfrm>
          <a:custGeom>
            <a:avLst/>
            <a:gdLst>
              <a:gd name="connsiteX0" fmla="*/ 6857999 w 6857999"/>
              <a:gd name="connsiteY0" fmla="*/ 1129077 h 3793483"/>
              <a:gd name="connsiteX1" fmla="*/ 6857999 w 6857999"/>
              <a:gd name="connsiteY1" fmla="*/ 3792536 h 3793483"/>
              <a:gd name="connsiteX2" fmla="*/ 0 w 6857999"/>
              <a:gd name="connsiteY2" fmla="*/ 3793483 h 3793483"/>
              <a:gd name="connsiteX3" fmla="*/ 0 w 6857999"/>
              <a:gd name="connsiteY3" fmla="*/ 729579 h 3793483"/>
              <a:gd name="connsiteX4" fmla="*/ 1748945 w 6857999"/>
              <a:gd name="connsiteY4" fmla="*/ 0 h 3793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99" h="3793483">
                <a:moveTo>
                  <a:pt x="6857999" y="1129077"/>
                </a:moveTo>
                <a:lnTo>
                  <a:pt x="6857999" y="3792536"/>
                </a:lnTo>
                <a:lnTo>
                  <a:pt x="0" y="3793483"/>
                </a:lnTo>
                <a:lnTo>
                  <a:pt x="0" y="729579"/>
                </a:lnTo>
                <a:lnTo>
                  <a:pt x="1748945" y="0"/>
                </a:ln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sz="1050" dirty="0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1520" y="1601100"/>
            <a:ext cx="6103144" cy="512527"/>
          </a:xfrm>
        </p:spPr>
        <p:txBody>
          <a:bodyPr bIns="0"/>
          <a:lstStyle>
            <a:lvl1pPr>
              <a:defRPr sz="27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pic>
        <p:nvPicPr>
          <p:cNvPr id="14" name="LOGO">
            <a:extLst>
              <a:ext uri="{FF2B5EF4-FFF2-40B4-BE49-F238E27FC236}">
                <a16:creationId xmlns:a16="http://schemas.microsoft.com/office/drawing/2014/main" id="{E2919660-0784-4B00-9836-7A695159097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4282" y="145267"/>
            <a:ext cx="905585" cy="396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9122051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4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8B1B7AE2-264A-4900-9F60-CC5615C90F03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1898847" y="4867006"/>
            <a:ext cx="1296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F2DD26D5-8427-4844-992F-AA5F995450F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879A7BCC-64D2-4276-855E-685546620EF5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006"/>
            <a:ext cx="72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B8FD1BFA-BD00-4A1A-9BEE-984BDA7A138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006"/>
            <a:ext cx="270272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rtl="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0C951CC-CB9B-43AC-8395-FB2751814E0F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006"/>
            <a:ext cx="2322257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0FDEE340-AE14-4EB2-8F0B-840A5F5E2FB9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928642" y="4867006"/>
            <a:ext cx="728891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rtl="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3F4900C8-0A39-4B02-8E0A-398AAC4831BF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928642" y="4867006"/>
            <a:ext cx="729938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A1158698-11CA-4310-AAEA-81BFB74C7A4D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006"/>
            <a:ext cx="45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</a:p>
        </p:txBody>
      </p:sp>
      <p:sp>
        <p:nvSpPr>
          <p:cNvPr id="7" name="Content Top Left"/>
          <p:cNvSpPr>
            <a:spLocks noGrp="1"/>
          </p:cNvSpPr>
          <p:nvPr>
            <p:ph sz="quarter" idx="13" hasCustomPrompt="1"/>
          </p:nvPr>
        </p:nvSpPr>
        <p:spPr>
          <a:xfrm>
            <a:off x="251100" y="951309"/>
            <a:ext cx="4266000" cy="1755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Top Right"/>
          <p:cNvSpPr>
            <a:spLocks noGrp="1"/>
          </p:cNvSpPr>
          <p:nvPr>
            <p:ph sz="quarter" idx="14" hasCustomPrompt="1"/>
          </p:nvPr>
        </p:nvSpPr>
        <p:spPr>
          <a:xfrm>
            <a:off x="4625099" y="951309"/>
            <a:ext cx="4266000" cy="1755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Left"/>
          <p:cNvSpPr>
            <a:spLocks noGrp="1"/>
          </p:cNvSpPr>
          <p:nvPr>
            <p:ph sz="quarter" idx="15" hasCustomPrompt="1"/>
          </p:nvPr>
        </p:nvSpPr>
        <p:spPr>
          <a:xfrm>
            <a:off x="251100" y="2895601"/>
            <a:ext cx="4266000" cy="189071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Content Bottom Right"/>
          <p:cNvSpPr>
            <a:spLocks noGrp="1"/>
          </p:cNvSpPr>
          <p:nvPr>
            <p:ph sz="quarter" idx="16" hasCustomPrompt="1"/>
          </p:nvPr>
        </p:nvSpPr>
        <p:spPr>
          <a:xfrm>
            <a:off x="4625099" y="2895601"/>
            <a:ext cx="4266000" cy="189071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034893-5E9F-45A3-8C16-98C9F6C02B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4ED1F400-5A94-4F05-84F8-53C80E7C434C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C8E721-6FC1-4A4E-9559-94502407157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9885E48-72F6-4042-BF62-A49ACDF10504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242B527-F278-4C5E-9E24-C19CDFEB73B1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4E976BE-C7DE-4FCF-9535-07568046A13E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9364108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211">
          <p15:clr>
            <a:srgbClr val="FBAE40"/>
          </p15:clr>
        </p15:guide>
        <p15:guide id="3" pos="3885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  <p15:guide id="7" orient="horz" pos="2273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Row |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ECAA0892-68E2-4E2E-9B18-4A8DC40F0E11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1898847" y="4867006"/>
            <a:ext cx="1296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D16A0514-897C-427C-A5CD-34FCB4F6BF1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A6FCF5E5-2935-4FDA-903C-EA43A699BD8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006"/>
            <a:ext cx="72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115A00C6-A501-466D-A34B-23C1071DA39E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006"/>
            <a:ext cx="270272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0C8DD3BC-73D2-4101-B037-359F1B42B434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006"/>
            <a:ext cx="2322257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D39CEC28-75A6-43F3-9DE9-2436F3F4D9C6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928642" y="4867006"/>
            <a:ext cx="728891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FC21F178-EFAA-49DE-A35E-72E2C0CA3B0B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928642" y="4867006"/>
            <a:ext cx="729938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5" name="empower_date_placeholder">
            <a:extLst>
              <a:ext uri="{FF2B5EF4-FFF2-40B4-BE49-F238E27FC236}">
                <a16:creationId xmlns:a16="http://schemas.microsoft.com/office/drawing/2014/main" id="{43B2B732-8EC3-4F44-986D-B5DAC6EA77C1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006"/>
            <a:ext cx="45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  <a:endParaRPr lang="en-US" sz="6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251100" y="951309"/>
            <a:ext cx="8640000" cy="1755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Bottom Left"/>
          <p:cNvSpPr>
            <a:spLocks noGrp="1"/>
          </p:cNvSpPr>
          <p:nvPr>
            <p:ph sz="quarter" idx="14" hasCustomPrompt="1"/>
          </p:nvPr>
        </p:nvSpPr>
        <p:spPr>
          <a:xfrm>
            <a:off x="251100" y="2895601"/>
            <a:ext cx="4266000" cy="189071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Right"/>
          <p:cNvSpPr>
            <a:spLocks noGrp="1"/>
          </p:cNvSpPr>
          <p:nvPr>
            <p:ph sz="quarter" idx="15" hasCustomPrompt="1"/>
          </p:nvPr>
        </p:nvSpPr>
        <p:spPr>
          <a:xfrm>
            <a:off x="4625100" y="2895601"/>
            <a:ext cx="4266000" cy="189071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ADACDEE-D42E-4EEF-8504-614B0FC9EF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F595BB6-F050-434C-AF4B-533D75C5E5D3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ABBB783-BFC3-406F-9AE2-14E6D55F43A3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7DAA9CDC-CAD4-4554-97D9-7059E95FE638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07C82FBB-C728-405A-8E31-DE02DA8D9177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03708507-303A-4696-8A49-D64DA70EAF1B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2818670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2273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orient="horz" pos="4020">
          <p15:clr>
            <a:srgbClr val="FBAE40"/>
          </p15:clr>
        </p15:guide>
        <p15:guide id="4" pos="7469">
          <p15:clr>
            <a:srgbClr val="FBAE40"/>
          </p15:clr>
        </p15:guide>
        <p15:guide id="5" pos="3885">
          <p15:clr>
            <a:srgbClr val="FBAE40"/>
          </p15:clr>
        </p15:guide>
        <p15:guide id="6" pos="3795">
          <p15:clr>
            <a:srgbClr val="FBAE40"/>
          </p15:clr>
        </p15:guide>
        <p15:guide id="7" pos="211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Row | 2 columns | 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C812AE9A-81D7-4AE8-BC9F-85686450823C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1898847" y="4867006"/>
            <a:ext cx="1296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A8D3527-E357-41F9-99D1-BCEAEC88D7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3A1A2EC5-F603-4F90-ADD8-B8933F3B810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006"/>
            <a:ext cx="72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FA03A6F0-5545-409D-93A9-5E09698484A1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006"/>
            <a:ext cx="270272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97E57A33-CDFD-4C72-B657-882682DACB1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006"/>
            <a:ext cx="2322257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5A896D99-24DF-4F81-9EC3-37F5EF05FFED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928642" y="4867006"/>
            <a:ext cx="728891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F09BE8EF-EBD2-4B7A-9878-8440DC26C91A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928642" y="4867006"/>
            <a:ext cx="729938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99207B66-AFA5-4510-BF1D-29423C34CEF2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006"/>
            <a:ext cx="45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250825" y="951309"/>
            <a:ext cx="8640960" cy="945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Center Left"/>
          <p:cNvSpPr>
            <a:spLocks noGrp="1"/>
          </p:cNvSpPr>
          <p:nvPr>
            <p:ph sz="quarter" idx="14" hasCustomPrompt="1"/>
          </p:nvPr>
        </p:nvSpPr>
        <p:spPr>
          <a:xfrm>
            <a:off x="251100" y="2085685"/>
            <a:ext cx="4266000" cy="1485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 Right"/>
          <p:cNvSpPr>
            <a:spLocks noGrp="1"/>
          </p:cNvSpPr>
          <p:nvPr>
            <p:ph sz="quarter" idx="15" hasCustomPrompt="1"/>
          </p:nvPr>
        </p:nvSpPr>
        <p:spPr>
          <a:xfrm>
            <a:off x="4625578" y="2085685"/>
            <a:ext cx="4266000" cy="1485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Bottom"/>
          <p:cNvSpPr>
            <a:spLocks noGrp="1"/>
          </p:cNvSpPr>
          <p:nvPr>
            <p:ph sz="quarter" idx="16" hasCustomPrompt="1"/>
          </p:nvPr>
        </p:nvSpPr>
        <p:spPr>
          <a:xfrm>
            <a:off x="250825" y="3813890"/>
            <a:ext cx="8640960" cy="972425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2CB6C61-472A-4F78-8808-601D74D8D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878DF235-2AD8-4C82-A0BD-D1BDFC873704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A9104FB9-0912-4A0F-BBB7-DF055F82945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E424A36D-7777-4A82-B12F-96CE1F877678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E1CCD2B2-40D2-43D5-80C4-5322AD4033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1235F132-B0A2-4CF3-A146-5DF950DFB464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880611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3795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1593">
          <p15:clr>
            <a:srgbClr val="FBAE40"/>
          </p15:clr>
        </p15:guide>
        <p15:guide id="7" orient="horz" pos="1752">
          <p15:clr>
            <a:srgbClr val="FBAE40"/>
          </p15:clr>
        </p15:guide>
        <p15:guide id="8" orient="horz" pos="2999">
          <p15:clr>
            <a:srgbClr val="FBAE40"/>
          </p15:clr>
        </p15:guide>
        <p15:guide id="9" orient="horz" pos="3203">
          <p15:clr>
            <a:srgbClr val="FBAE40"/>
          </p15:clr>
        </p15:guide>
        <p15:guide id="10" orient="horz" pos="402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7FB993A8-52D6-439E-9FD7-796FB137109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1898847" y="4867275"/>
            <a:ext cx="1296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112013B0-A00B-4A1F-90FB-E2E8B2F86D5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FC3769D5-91E6-43B0-BC4B-C0040A71CF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275"/>
            <a:ext cx="72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B0E0CB85-0435-4FEC-B2B6-D19200B6292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275"/>
            <a:ext cx="270272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557CA6BF-F2F9-417F-A2FD-035F1FC8569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275"/>
            <a:ext cx="2322257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8C605CA2-9EAD-450F-BC1B-8D9AF92E5875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928642" y="4867275"/>
            <a:ext cx="728891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4E82CE8C-8E20-4C1A-B65C-F8A30CF5A153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928642" y="4867275"/>
            <a:ext cx="729938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5" name="empower_date_placeholder">
            <a:extLst>
              <a:ext uri="{FF2B5EF4-FFF2-40B4-BE49-F238E27FC236}">
                <a16:creationId xmlns:a16="http://schemas.microsoft.com/office/drawing/2014/main" id="{D96F0A90-37BC-4B0D-A29D-8711C51DD447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275"/>
            <a:ext cx="45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251100" y="951311"/>
            <a:ext cx="2808288" cy="383500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Center"/>
          <p:cNvSpPr>
            <a:spLocks noGrp="1"/>
          </p:cNvSpPr>
          <p:nvPr>
            <p:ph sz="quarter" idx="14" hasCustomPrompt="1"/>
          </p:nvPr>
        </p:nvSpPr>
        <p:spPr>
          <a:xfrm>
            <a:off x="3196799" y="951311"/>
            <a:ext cx="2754000" cy="383500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1" name="Content Right"/>
          <p:cNvSpPr>
            <a:spLocks noGrp="1"/>
          </p:cNvSpPr>
          <p:nvPr>
            <p:ph sz="quarter" idx="15" hasCustomPrompt="1"/>
          </p:nvPr>
        </p:nvSpPr>
        <p:spPr>
          <a:xfrm>
            <a:off x="6084888" y="951311"/>
            <a:ext cx="2808312" cy="383500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A635AE4-FE20-4282-BFFD-96EBDCED60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6E14A5B-9E91-4287-8D3D-9F9C469D8ECA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210BD89C-2BAC-459E-A79D-05B6C0B33362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13A018B2-30A4-435D-A599-2BE57EAB5CBC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B6CA23A5-CFDD-4B39-B853-6A18A878BFBF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226441E8-60EA-42A3-B978-BA612ACACF4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3014888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4020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pos="4997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511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Row |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488416C1-009C-4276-862C-859A39D89869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1898847" y="4867006"/>
            <a:ext cx="1296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192327F-A51B-41E2-B3F1-79934B2829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EE529511-279F-4E8D-B98F-7745CB480D7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006"/>
            <a:ext cx="72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7712C297-5B52-4E05-AEC3-8C81F2A74EE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006"/>
            <a:ext cx="270272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492E0D9-97C5-4A27-B585-4460769C4D6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006"/>
            <a:ext cx="2322257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EB4DD739-504C-48CA-BA98-DEE0B3A91EAB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928642" y="4867006"/>
            <a:ext cx="728891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D547197E-1EC3-47AA-B644-4B7771421A2B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928642" y="4867006"/>
            <a:ext cx="729938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5B4084F1-8114-4C22-84F5-3D14817A7904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006"/>
            <a:ext cx="45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251100" y="951311"/>
            <a:ext cx="8640960" cy="1026319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Left"/>
          <p:cNvSpPr>
            <a:spLocks noGrp="1"/>
          </p:cNvSpPr>
          <p:nvPr>
            <p:ph sz="quarter" idx="14" hasCustomPrompt="1"/>
          </p:nvPr>
        </p:nvSpPr>
        <p:spPr>
          <a:xfrm>
            <a:off x="251100" y="2085975"/>
            <a:ext cx="2808000" cy="2700338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"/>
          <p:cNvSpPr>
            <a:spLocks noGrp="1"/>
          </p:cNvSpPr>
          <p:nvPr>
            <p:ph sz="quarter" idx="15" hasCustomPrompt="1"/>
          </p:nvPr>
        </p:nvSpPr>
        <p:spPr>
          <a:xfrm>
            <a:off x="3194447" y="2085975"/>
            <a:ext cx="2755106" cy="2700338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Right"/>
          <p:cNvSpPr>
            <a:spLocks noGrp="1"/>
          </p:cNvSpPr>
          <p:nvPr>
            <p:ph sz="quarter" idx="16" hasCustomPrompt="1"/>
          </p:nvPr>
        </p:nvSpPr>
        <p:spPr>
          <a:xfrm>
            <a:off x="6084890" y="2085975"/>
            <a:ext cx="2808287" cy="2700338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6C581746-1B2C-4D98-9755-6221A3ED9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7AAAECD1-71D2-46B6-BF2D-6007823BA888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A8AF054-4363-4E54-A605-8A5E7CD05422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C839DAF8-6F4C-441B-B45B-348B7EA8B4B3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CBA086A-526B-43F0-BEDE-EC3219CC78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F76E7CBE-7230-4110-85FB-3718D4B81343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05322467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4997">
          <p15:clr>
            <a:srgbClr val="FBAE40"/>
          </p15:clr>
        </p15:guide>
        <p15:guide id="2" pos="5110">
          <p15:clr>
            <a:srgbClr val="FBAE40"/>
          </p15:clr>
        </p15:guide>
        <p15:guide id="3" pos="7469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211">
          <p15:clr>
            <a:srgbClr val="FBAE40"/>
          </p15:clr>
        </p15:guide>
        <p15:guide id="7" orient="horz" pos="799">
          <p15:clr>
            <a:srgbClr val="FBAE40"/>
          </p15:clr>
        </p15:guide>
        <p15:guide id="8" orient="horz" pos="4020">
          <p15:clr>
            <a:srgbClr val="FBAE40"/>
          </p15:clr>
        </p15:guide>
        <p15:guide id="9" orient="horz" pos="1661">
          <p15:clr>
            <a:srgbClr val="FBAE40"/>
          </p15:clr>
        </p15:guide>
        <p15:guide id="10" orient="horz" pos="1752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Media" preserve="1">
  <p:cSld name="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mpower_additionalText_placeholder" hidden="1">
            <a:extLst>
              <a:ext uri="{FF2B5EF4-FFF2-40B4-BE49-F238E27FC236}">
                <a16:creationId xmlns:a16="http://schemas.microsoft.com/office/drawing/2014/main" id="{5BFFD0DD-DDFD-422B-86D9-F164E68C053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1898847" y="4867006"/>
            <a:ext cx="1296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DF070F93-7F88-456A-894C-885F8AC591A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9A5FF993-F527-4569-A066-E8D346767DE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006"/>
            <a:ext cx="72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09C3987-21ED-4B60-B90F-837FB1F2A7A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006"/>
            <a:ext cx="270272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C33D0117-4C9D-47FC-BBAF-7D90814DB7C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006"/>
            <a:ext cx="2322257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40F47B66-9156-4480-85AF-99EB0563F553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928642" y="4867006"/>
            <a:ext cx="728891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4" name="empower_classification_placeholder">
            <a:extLst>
              <a:ext uri="{FF2B5EF4-FFF2-40B4-BE49-F238E27FC236}">
                <a16:creationId xmlns:a16="http://schemas.microsoft.com/office/drawing/2014/main" id="{B1D76006-023D-437E-80D1-B8FC83CA1329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928642" y="4867006"/>
            <a:ext cx="729938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71DC81B7-1CCA-48F9-8AB9-34BBC16340CF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006"/>
            <a:ext cx="45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</a:p>
        </p:txBody>
      </p:sp>
      <p:sp>
        <p:nvSpPr>
          <p:cNvPr id="8" name="Content Left">
            <a:extLst>
              <a:ext uri="{FF2B5EF4-FFF2-40B4-BE49-F238E27FC236}">
                <a16:creationId xmlns:a16="http://schemas.microsoft.com/office/drawing/2014/main" id="{371B7856-37AA-4EBD-9A28-1045DC90A92A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251099" y="951310"/>
            <a:ext cx="2106000" cy="3835004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Content Center Left">
            <a:extLst>
              <a:ext uri="{FF2B5EF4-FFF2-40B4-BE49-F238E27FC236}">
                <a16:creationId xmlns:a16="http://schemas.microsoft.com/office/drawing/2014/main" id="{AB4408A9-DF90-4D32-8AE8-9278539718C0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493169" y="951310"/>
            <a:ext cx="1997869" cy="3835004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Center Right">
            <a:extLst>
              <a:ext uri="{FF2B5EF4-FFF2-40B4-BE49-F238E27FC236}">
                <a16:creationId xmlns:a16="http://schemas.microsoft.com/office/drawing/2014/main" id="{FFF96914-9970-46DB-82A4-AB1B8011037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652963" y="951310"/>
            <a:ext cx="1997869" cy="3835004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7" name="Content Right">
            <a:extLst>
              <a:ext uri="{FF2B5EF4-FFF2-40B4-BE49-F238E27FC236}">
                <a16:creationId xmlns:a16="http://schemas.microsoft.com/office/drawing/2014/main" id="{6803C6B1-D864-4BE6-AE1F-CA280F4DABD8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786563" y="951310"/>
            <a:ext cx="2105695" cy="3835004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D773CC-FCEC-46C8-A75B-E70A26A7BF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FC67C23C-8514-4FAA-ABF5-040B63DA67C4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735BE885-8732-4220-942B-E6D8F286274D}"/>
              </a:ext>
            </a:extLst>
          </p:cNvPr>
          <p:cNvSpPr>
            <a:spLocks noGrp="1"/>
          </p:cNvSpPr>
          <p:nvPr>
            <p:ph type="dt" sz="half" idx="2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3" name="Footer Placeholder 12" hidden="1">
            <a:extLst>
              <a:ext uri="{FF2B5EF4-FFF2-40B4-BE49-F238E27FC236}">
                <a16:creationId xmlns:a16="http://schemas.microsoft.com/office/drawing/2014/main" id="{30570D12-AEFF-4406-B206-CB0D80D8FF49}"/>
              </a:ext>
            </a:extLst>
          </p:cNvPr>
          <p:cNvSpPr>
            <a:spLocks noGrp="1"/>
          </p:cNvSpPr>
          <p:nvPr>
            <p:ph type="ftr" sz="quarter" idx="2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Slide Number Placeholder 15" hidden="1">
            <a:extLst>
              <a:ext uri="{FF2B5EF4-FFF2-40B4-BE49-F238E27FC236}">
                <a16:creationId xmlns:a16="http://schemas.microsoft.com/office/drawing/2014/main" id="{C49E2653-C8D1-4594-B3A4-0606A88CBB62}"/>
              </a:ext>
            </a:extLst>
          </p:cNvPr>
          <p:cNvSpPr>
            <a:spLocks noGrp="1"/>
          </p:cNvSpPr>
          <p:nvPr>
            <p:ph type="sldNum" sz="quarter" idx="2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8" name="MIO_Placeholder_Mapping" hidden="1">
            <a:extLst>
              <a:ext uri="{FF2B5EF4-FFF2-40B4-BE49-F238E27FC236}">
                <a16:creationId xmlns:a16="http://schemas.microsoft.com/office/drawing/2014/main" id="{12ADA7AE-DD1C-409A-B0A5-6D14FF7BF27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6215870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5" pos="3908">
          <p15:clr>
            <a:srgbClr val="FBAE40"/>
          </p15:clr>
        </p15:guide>
        <p15:guide id="6" pos="3772">
          <p15:clr>
            <a:srgbClr val="FBAE40"/>
          </p15:clr>
        </p15:guide>
        <p15:guide id="7" pos="5586">
          <p15:clr>
            <a:srgbClr val="FBAE40"/>
          </p15:clr>
        </p15:guide>
        <p15:guide id="8" pos="5700">
          <p15:clr>
            <a:srgbClr val="FBAE40"/>
          </p15:clr>
        </p15:guide>
        <p15:guide id="9" pos="1980">
          <p15:clr>
            <a:srgbClr val="FBAE40"/>
          </p15:clr>
        </p15:guide>
        <p15:guide id="10" pos="209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Row |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mpower_additionalText_placeholder" hidden="1">
            <a:extLst>
              <a:ext uri="{FF2B5EF4-FFF2-40B4-BE49-F238E27FC236}">
                <a16:creationId xmlns:a16="http://schemas.microsoft.com/office/drawing/2014/main" id="{598DE9EE-A198-41B5-9814-41C66F96D3B0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1898847" y="4867275"/>
            <a:ext cx="1296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0AFB1D71-5FD7-446C-90B5-1DE68C513BD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57168C6C-B95E-4260-9301-8D1D5988F67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275"/>
            <a:ext cx="72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29E2230-F28C-4139-A2F7-536C0BDB8E9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275"/>
            <a:ext cx="270272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2A98BB16-D9CD-4785-A71C-21C57A55488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275"/>
            <a:ext cx="2322257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333A1F8F-A990-434A-92C1-D59A014E7AFF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928642" y="4867275"/>
            <a:ext cx="728891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1" name="empower_classification_placeholder">
            <a:extLst>
              <a:ext uri="{FF2B5EF4-FFF2-40B4-BE49-F238E27FC236}">
                <a16:creationId xmlns:a16="http://schemas.microsoft.com/office/drawing/2014/main" id="{DBAA7875-DC7B-4CB1-AFAA-A99AEDD01BF7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928642" y="4867275"/>
            <a:ext cx="729938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5" name="empower_date_placeholder">
            <a:extLst>
              <a:ext uri="{FF2B5EF4-FFF2-40B4-BE49-F238E27FC236}">
                <a16:creationId xmlns:a16="http://schemas.microsoft.com/office/drawing/2014/main" id="{5743D8EF-9336-4669-BBD9-501D062A3DB4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275"/>
            <a:ext cx="45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  <a:endParaRPr lang="en-US" sz="6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Content Top">
            <a:extLst>
              <a:ext uri="{FF2B5EF4-FFF2-40B4-BE49-F238E27FC236}">
                <a16:creationId xmlns:a16="http://schemas.microsoft.com/office/drawing/2014/main" id="{B528FDA5-64C4-4079-B7B7-97722BA30039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51100" y="951311"/>
            <a:ext cx="8640960" cy="1026319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2" name="Content Left">
            <a:extLst>
              <a:ext uri="{FF2B5EF4-FFF2-40B4-BE49-F238E27FC236}">
                <a16:creationId xmlns:a16="http://schemas.microsoft.com/office/drawing/2014/main" id="{11455573-DB68-4634-9EB0-10FDA72EB09C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251100" y="2085975"/>
            <a:ext cx="2106000" cy="2700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Content Center Left">
            <a:extLst>
              <a:ext uri="{FF2B5EF4-FFF2-40B4-BE49-F238E27FC236}">
                <a16:creationId xmlns:a16="http://schemas.microsoft.com/office/drawing/2014/main" id="{DF6A34C2-8D0D-4C18-BD01-86B1344A92D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2493169" y="2085975"/>
            <a:ext cx="1997869" cy="2700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8" name="Content Center Right">
            <a:extLst>
              <a:ext uri="{FF2B5EF4-FFF2-40B4-BE49-F238E27FC236}">
                <a16:creationId xmlns:a16="http://schemas.microsoft.com/office/drawing/2014/main" id="{A331F240-D4BB-4096-BFB7-002D583A4FC9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4652963" y="2085975"/>
            <a:ext cx="1997869" cy="2700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" name="Content Right">
            <a:extLst>
              <a:ext uri="{FF2B5EF4-FFF2-40B4-BE49-F238E27FC236}">
                <a16:creationId xmlns:a16="http://schemas.microsoft.com/office/drawing/2014/main" id="{2BEB3BE2-22F6-4B6B-AB28-F38AB449DED5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786563" y="2085975"/>
            <a:ext cx="2105695" cy="2700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9A27F18-A46A-4C29-AB62-7BEB5215CA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DDE018F7-7CB9-4F69-872D-4609CBE453C0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580E7AAC-C545-4F05-8939-1B218CC948D8}"/>
              </a:ext>
            </a:extLst>
          </p:cNvPr>
          <p:cNvSpPr>
            <a:spLocks noGrp="1"/>
          </p:cNvSpPr>
          <p:nvPr>
            <p:ph type="dt" sz="half" idx="2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6E86CFC-21FB-497B-BD25-729619D70F13}"/>
              </a:ext>
            </a:extLst>
          </p:cNvPr>
          <p:cNvSpPr>
            <a:spLocks noGrp="1"/>
          </p:cNvSpPr>
          <p:nvPr>
            <p:ph type="ftr" sz="quarter" idx="2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7" name="Slide Number Placeholder 16" hidden="1">
            <a:extLst>
              <a:ext uri="{FF2B5EF4-FFF2-40B4-BE49-F238E27FC236}">
                <a16:creationId xmlns:a16="http://schemas.microsoft.com/office/drawing/2014/main" id="{C7A23CE7-AF5A-4245-A417-6A94DA58E485}"/>
              </a:ext>
            </a:extLst>
          </p:cNvPr>
          <p:cNvSpPr>
            <a:spLocks noGrp="1"/>
          </p:cNvSpPr>
          <p:nvPr>
            <p:ph type="sldNum" sz="quarter" idx="2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9" name="MIO_Placeholder_Mapping" hidden="1">
            <a:extLst>
              <a:ext uri="{FF2B5EF4-FFF2-40B4-BE49-F238E27FC236}">
                <a16:creationId xmlns:a16="http://schemas.microsoft.com/office/drawing/2014/main" id="{E3241B79-27A8-4873-89EC-D6F0564709E7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1290867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1661">
          <p15:clr>
            <a:srgbClr val="FBAE40"/>
          </p15:clr>
        </p15:guide>
        <p15:guide id="3" orient="horz" pos="1752">
          <p15:clr>
            <a:srgbClr val="FBAE40"/>
          </p15:clr>
        </p15:guide>
        <p15:guide id="4" orient="horz" pos="4020">
          <p15:clr>
            <a:srgbClr val="FBAE40"/>
          </p15:clr>
        </p15:guide>
        <p15:guide id="5" pos="1980">
          <p15:clr>
            <a:srgbClr val="FBAE40"/>
          </p15:clr>
        </p15:guide>
        <p15:guide id="6" pos="211">
          <p15:clr>
            <a:srgbClr val="FBAE40"/>
          </p15:clr>
        </p15:guide>
        <p15:guide id="7" pos="2094">
          <p15:clr>
            <a:srgbClr val="FBAE40"/>
          </p15:clr>
        </p15:guide>
        <p15:guide id="8" pos="3772">
          <p15:clr>
            <a:srgbClr val="FBAE40"/>
          </p15:clr>
        </p15:guide>
        <p15:guide id="9" pos="3908">
          <p15:clr>
            <a:srgbClr val="FBAE40"/>
          </p15:clr>
        </p15:guide>
        <p15:guide id="10" pos="5586">
          <p15:clr>
            <a:srgbClr val="FBAE40"/>
          </p15:clr>
        </p15:guide>
        <p15:guide id="11" pos="5700">
          <p15:clr>
            <a:srgbClr val="FBAE40"/>
          </p15:clr>
        </p15:guide>
        <p15:guide id="12" pos="7469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mpower_additionalText_placeholder" hidden="1">
            <a:extLst>
              <a:ext uri="{FF2B5EF4-FFF2-40B4-BE49-F238E27FC236}">
                <a16:creationId xmlns:a16="http://schemas.microsoft.com/office/drawing/2014/main" id="{8B492BE2-D2A2-481A-B24A-CDE1C12A85F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1898847" y="4867275"/>
            <a:ext cx="1296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C269EC22-FB11-4D33-A5AD-970FF7AE0E7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B1BF6CA-DC2D-48CD-962D-066217BE39A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275"/>
            <a:ext cx="72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884DECEF-9719-4244-AEE1-2AEA4754457D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275"/>
            <a:ext cx="270272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4E03D739-7852-4964-A407-6FD3B0FC1EE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275"/>
            <a:ext cx="2322257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8BB80B65-0382-459F-AC7F-F3D707F65045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928642" y="4867275"/>
            <a:ext cx="728891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0" name="empower_classification_placeholder">
            <a:extLst>
              <a:ext uri="{FF2B5EF4-FFF2-40B4-BE49-F238E27FC236}">
                <a16:creationId xmlns:a16="http://schemas.microsoft.com/office/drawing/2014/main" id="{35CA1B3C-86AD-43CD-94E9-5A2E81B7D24E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928642" y="4867275"/>
            <a:ext cx="729938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date_placeholder">
            <a:extLst>
              <a:ext uri="{FF2B5EF4-FFF2-40B4-BE49-F238E27FC236}">
                <a16:creationId xmlns:a16="http://schemas.microsoft.com/office/drawing/2014/main" id="{8E11CE1F-6424-469C-8957-85A359561FBF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275"/>
            <a:ext cx="45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106A8C73-A6AF-4DF0-8894-BF2EC7AA230E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8" name="Footer Placeholder 7" hidden="1">
            <a:extLst>
              <a:ext uri="{FF2B5EF4-FFF2-40B4-BE49-F238E27FC236}">
                <a16:creationId xmlns:a16="http://schemas.microsoft.com/office/drawing/2014/main" id="{AB7F0ADB-6E9B-485D-93FC-12BF83F0A674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 hidden="1">
            <a:extLst>
              <a:ext uri="{FF2B5EF4-FFF2-40B4-BE49-F238E27FC236}">
                <a16:creationId xmlns:a16="http://schemas.microsoft.com/office/drawing/2014/main" id="{688F703F-EAD1-4063-8445-95277BEEE9A3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1AE06898-E172-4A77-BE61-DAD235E107B9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95899832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4020">
          <p15:clr>
            <a:srgbClr val="FBAE40"/>
          </p15:clr>
        </p15:guide>
        <p15:guide id="4" orient="horz" pos="799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Fullp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C9A3C9F-7C21-45B3-9124-006DC5D0E64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9144000" cy="51435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12281 h 6858000"/>
              <a:gd name="connsiteX3" fmla="*/ 12192000 w 12192000"/>
              <a:gd name="connsiteY3" fmla="*/ 6823094 h 6858000"/>
              <a:gd name="connsiteX4" fmla="*/ 12192000 w 12192000"/>
              <a:gd name="connsiteY4" fmla="*/ 6858000 h 6858000"/>
              <a:gd name="connsiteX5" fmla="*/ 0 w 12192000"/>
              <a:gd name="connsiteY5" fmla="*/ 6858000 h 6858000"/>
              <a:gd name="connsiteX6" fmla="*/ 0 w 12192000"/>
              <a:gd name="connsiteY6" fmla="*/ 6823094 h 6858000"/>
              <a:gd name="connsiteX7" fmla="*/ 0 w 12192000"/>
              <a:gd name="connsiteY7" fmla="*/ 681228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12281"/>
                </a:lnTo>
                <a:lnTo>
                  <a:pt x="12192000" y="6823094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823094"/>
                </a:lnTo>
                <a:lnTo>
                  <a:pt x="0" y="6812281"/>
                </a:lnTo>
                <a:close/>
              </a:path>
            </a:pathLst>
          </a:custGeom>
          <a:solidFill>
            <a:srgbClr val="DCD5D7"/>
          </a:solidFill>
        </p:spPr>
        <p:txBody>
          <a:bodyPr wrap="square" tIns="2880000">
            <a:noAutofit/>
          </a:bodyPr>
          <a:lstStyle>
            <a:lvl1pPr algn="ctr">
              <a:buNone/>
              <a:defRPr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3" name="MIO_AGENDA_IGNORE_NAVIGATION" hidden="1">
            <a:extLst>
              <a:ext uri="{FF2B5EF4-FFF2-40B4-BE49-F238E27FC236}">
                <a16:creationId xmlns:a16="http://schemas.microsoft.com/office/drawing/2014/main" id="{298E6853-722D-4D8C-A4A5-A6FCEB4A06C0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MIO_AGENDA_IGNORE_CHAPTER_REFERENCE" hidden="1">
            <a:extLst>
              <a:ext uri="{FF2B5EF4-FFF2-40B4-BE49-F238E27FC236}">
                <a16:creationId xmlns:a16="http://schemas.microsoft.com/office/drawing/2014/main" id="{4C952A04-6CCB-455C-887C-1B9A3B0ACD0B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7D6FAC8-11F4-4964-9B25-EE9D1E189D30}"/>
              </a:ext>
            </a:extLst>
          </p:cNvPr>
          <p:cNvSpPr>
            <a:spLocks noGrp="1"/>
          </p:cNvSpPr>
          <p:nvPr>
            <p:ph type="dt" sz="half" idx="13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B6B82CD2-EA5C-4D03-98C1-175706CF32FC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2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 hidden="1">
            <a:extLst>
              <a:ext uri="{FF2B5EF4-FFF2-40B4-BE49-F238E27FC236}">
                <a16:creationId xmlns:a16="http://schemas.microsoft.com/office/drawing/2014/main" id="{6C4E2716-EC8F-40FC-B4F8-3418FB160B39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7" name="MIO_Placeholder_Mapping" hidden="1">
            <a:extLst>
              <a:ext uri="{FF2B5EF4-FFF2-40B4-BE49-F238E27FC236}">
                <a16:creationId xmlns:a16="http://schemas.microsoft.com/office/drawing/2014/main" id="{162DC542-CA6E-49F2-AE52-133D584ED71B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61001604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Fi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 White">
            <a:extLst>
              <a:ext uri="{FF2B5EF4-FFF2-40B4-BE49-F238E27FC236}">
                <a16:creationId xmlns:a16="http://schemas.microsoft.com/office/drawing/2014/main" id="{8739B1C3-A1A6-48E1-B2C4-F4CE3C824436}"/>
              </a:ext>
            </a:extLst>
          </p:cNvPr>
          <p:cNvSpPr/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LOGO PROTECTION" hidden="1">
            <a:extLst>
              <a:ext uri="{FF2B5EF4-FFF2-40B4-BE49-F238E27FC236}">
                <a16:creationId xmlns:a16="http://schemas.microsoft.com/office/drawing/2014/main" id="{8182E335-5A52-4E3C-BCEC-9507D81BA511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2195737" y="1440575"/>
            <a:ext cx="4752527" cy="2316357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6" name="MIO_AGENDA_LAST_SLIDE" hidden="1">
            <a:extLst>
              <a:ext uri="{FF2B5EF4-FFF2-40B4-BE49-F238E27FC236}">
                <a16:creationId xmlns:a16="http://schemas.microsoft.com/office/drawing/2014/main" id="{45591D6F-6D52-44E5-B3AA-2575CCD45201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2" name="MIO_AGENDA_IGNORE_NAVIGATION" hidden="1">
            <a:extLst>
              <a:ext uri="{FF2B5EF4-FFF2-40B4-BE49-F238E27FC236}">
                <a16:creationId xmlns:a16="http://schemas.microsoft.com/office/drawing/2014/main" id="{C7038F66-C11F-4566-ADAF-A099AF957551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3" name="MIO_AGENDA_IGNORE_CHAPTER_REFERENCE" hidden="1">
            <a:extLst>
              <a:ext uri="{FF2B5EF4-FFF2-40B4-BE49-F238E27FC236}">
                <a16:creationId xmlns:a16="http://schemas.microsoft.com/office/drawing/2014/main" id="{E0318986-8EA2-446A-AFF2-E8441C3AF8A6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8" name="Date Placeholder 7" hidden="1">
            <a:extLst>
              <a:ext uri="{FF2B5EF4-FFF2-40B4-BE49-F238E27FC236}">
                <a16:creationId xmlns:a16="http://schemas.microsoft.com/office/drawing/2014/main" id="{087EFA22-3F6E-4210-A8FC-0864CD1DE4E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BDF262C8-30D5-474A-BD81-CA14ACCE51B5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3F1C5DF9-A781-4661-8C3B-816A398ADFD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77B07280-C452-41A8-A8A7-B816EB9C3C9E}"/>
              </a:ext>
            </a:extLst>
          </p:cNvPr>
          <p:cNvSpPr/>
          <p:nvPr userDrawn="1">
            <p:custDataLst>
              <p:tags r:id="rId5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D664F82-C381-42D9-B168-31F6D4282D2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4834" y="2066989"/>
            <a:ext cx="2308361" cy="1009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236063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13" Type="http://schemas.openxmlformats.org/officeDocument/2006/relationships/slideLayout" Target="../slideLayouts/slideLayout23.xml"/><Relationship Id="rId18" Type="http://schemas.openxmlformats.org/officeDocument/2006/relationships/slideLayout" Target="../slideLayouts/slideLayout28.xml"/><Relationship Id="rId26" Type="http://schemas.openxmlformats.org/officeDocument/2006/relationships/image" Target="../media/image2.png"/><Relationship Id="rId3" Type="http://schemas.openxmlformats.org/officeDocument/2006/relationships/slideLayout" Target="../slideLayouts/slideLayout13.xml"/><Relationship Id="rId21" Type="http://schemas.openxmlformats.org/officeDocument/2006/relationships/theme" Target="../theme/theme2.xml"/><Relationship Id="rId7" Type="http://schemas.openxmlformats.org/officeDocument/2006/relationships/slideLayout" Target="../slideLayouts/slideLayout17.xml"/><Relationship Id="rId12" Type="http://schemas.openxmlformats.org/officeDocument/2006/relationships/slideLayout" Target="../slideLayouts/slideLayout22.xml"/><Relationship Id="rId17" Type="http://schemas.openxmlformats.org/officeDocument/2006/relationships/slideLayout" Target="../slideLayouts/slideLayout27.xml"/><Relationship Id="rId25" Type="http://schemas.openxmlformats.org/officeDocument/2006/relationships/tags" Target="../tags/tag24.xml"/><Relationship Id="rId2" Type="http://schemas.openxmlformats.org/officeDocument/2006/relationships/slideLayout" Target="../slideLayouts/slideLayout12.xml"/><Relationship Id="rId16" Type="http://schemas.openxmlformats.org/officeDocument/2006/relationships/slideLayout" Target="../slideLayouts/slideLayout26.xml"/><Relationship Id="rId20" Type="http://schemas.openxmlformats.org/officeDocument/2006/relationships/slideLayout" Target="../slideLayouts/slideLayout30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24" Type="http://schemas.openxmlformats.org/officeDocument/2006/relationships/tags" Target="../tags/tag23.xml"/><Relationship Id="rId5" Type="http://schemas.openxmlformats.org/officeDocument/2006/relationships/slideLayout" Target="../slideLayouts/slideLayout15.xml"/><Relationship Id="rId15" Type="http://schemas.openxmlformats.org/officeDocument/2006/relationships/slideLayout" Target="../slideLayouts/slideLayout25.xml"/><Relationship Id="rId23" Type="http://schemas.openxmlformats.org/officeDocument/2006/relationships/tags" Target="../tags/tag22.xml"/><Relationship Id="rId10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9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24.xml"/><Relationship Id="rId22" Type="http://schemas.openxmlformats.org/officeDocument/2006/relationships/tags" Target="../tags/tag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82" r:id="rId9"/>
    <p:sldLayoutId id="2147483683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" hidden="1">
            <a:extLst>
              <a:ext uri="{FF2B5EF4-FFF2-40B4-BE49-F238E27FC236}">
                <a16:creationId xmlns:a16="http://schemas.microsoft.com/office/drawing/2014/main" id="{372AE43B-8F10-43C8-8785-1E1CB85CFADE}"/>
              </a:ext>
            </a:extLst>
          </p:cNvPr>
          <p:cNvSpPr>
            <a:spLocks noGrp="1"/>
          </p:cNvSpPr>
          <p:nvPr>
            <p:ph type="sldNum" sz="quarter" idx="4"/>
            <p:custDataLst>
              <p:tags r:id="rId22"/>
            </p:custDataLst>
          </p:nvPr>
        </p:nvSpPr>
        <p:spPr>
          <a:xfrm>
            <a:off x="9144000" y="51435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rgbClr val="928285"/>
              </a:buClr>
              <a:defRPr sz="100" b="0">
                <a:noFill/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 </a:t>
            </a:r>
            <a:endParaRPr lang="en-US" dirty="0"/>
          </a:p>
        </p:txBody>
      </p:sp>
      <p:sp>
        <p:nvSpPr>
          <p:cNvPr id="7" name="Footer Placeholder" hidden="1">
            <a:extLst>
              <a:ext uri="{FF2B5EF4-FFF2-40B4-BE49-F238E27FC236}">
                <a16:creationId xmlns:a16="http://schemas.microsoft.com/office/drawing/2014/main" id="{4D268FD3-4056-49DC-8C79-D4C201EED65B}"/>
              </a:ext>
            </a:extLst>
          </p:cNvPr>
          <p:cNvSpPr>
            <a:spLocks noGrp="1"/>
          </p:cNvSpPr>
          <p:nvPr>
            <p:ph type="ftr" sz="quarter" idx="3"/>
            <p:custDataLst>
              <p:tags r:id="rId23"/>
            </p:custDataLst>
          </p:nvPr>
        </p:nvSpPr>
        <p:spPr>
          <a:xfrm>
            <a:off x="9144000" y="51435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endParaRPr lang="en-US" dirty="0"/>
          </a:p>
        </p:txBody>
      </p:sp>
      <p:sp>
        <p:nvSpPr>
          <p:cNvPr id="6" name="Date Placeholder" hidden="1">
            <a:extLst>
              <a:ext uri="{FF2B5EF4-FFF2-40B4-BE49-F238E27FC236}">
                <a16:creationId xmlns:a16="http://schemas.microsoft.com/office/drawing/2014/main" id="{59032602-9911-40B1-9BF6-AFD731868C06}"/>
              </a:ext>
            </a:extLst>
          </p:cNvPr>
          <p:cNvSpPr>
            <a:spLocks noGrp="1"/>
          </p:cNvSpPr>
          <p:nvPr>
            <p:ph type="dt" sz="half" idx="2"/>
            <p:custDataLst>
              <p:tags r:id="rId24"/>
            </p:custDataLst>
          </p:nvPr>
        </p:nvSpPr>
        <p:spPr>
          <a:xfrm>
            <a:off x="9144000" y="51435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5" name="Title"/>
          <p:cNvSpPr>
            <a:spLocks noGrp="1"/>
          </p:cNvSpPr>
          <p:nvPr>
            <p:ph type="title"/>
          </p:nvPr>
        </p:nvSpPr>
        <p:spPr>
          <a:xfrm>
            <a:off x="251520" y="141540"/>
            <a:ext cx="7209801" cy="540000"/>
          </a:xfrm>
          <a:prstGeom prst="rect">
            <a:avLst/>
          </a:prstGeom>
        </p:spPr>
        <p:txBody>
          <a:bodyPr vert="horz" lIns="0" tIns="0" rIns="0" bIns="10800" rtlCol="0" anchor="b" anchorCtr="0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16" name="Content"/>
          <p:cNvSpPr>
            <a:spLocks noGrp="1"/>
          </p:cNvSpPr>
          <p:nvPr>
            <p:ph type="body" idx="1"/>
          </p:nvPr>
        </p:nvSpPr>
        <p:spPr>
          <a:xfrm>
            <a:off x="250826" y="951311"/>
            <a:ext cx="8640763" cy="383500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5"/>
            <a:r>
              <a:rPr lang="en-US" noProof="0" dirty="0"/>
              <a:t>Sixth level</a:t>
            </a:r>
          </a:p>
          <a:p>
            <a:pPr lvl="6"/>
            <a:r>
              <a:rPr lang="en-US" noProof="0" dirty="0"/>
              <a:t>Seventh level</a:t>
            </a:r>
          </a:p>
          <a:p>
            <a:pPr lvl="7"/>
            <a:r>
              <a:rPr lang="en-US" noProof="0" dirty="0"/>
              <a:t>Eighth level</a:t>
            </a:r>
          </a:p>
          <a:p>
            <a:pPr lvl="8"/>
            <a:r>
              <a:rPr lang="en-US" noProof="0" dirty="0"/>
              <a:t>Ninth level</a:t>
            </a:r>
          </a:p>
        </p:txBody>
      </p:sp>
      <p:sp>
        <p:nvSpPr>
          <p:cNvPr id="3" name="empower - DO NOT DELETE!!!" hidden="1"/>
          <p:cNvSpPr/>
          <p:nvPr userDrawn="1">
            <p:custDataLst>
              <p:tags r:id="rId25"/>
            </p:custDataLst>
          </p:nvPr>
        </p:nvSpPr>
        <p:spPr bwMode="auto">
          <a:xfrm>
            <a:off x="0" y="0"/>
            <a:ext cx="0" cy="0"/>
          </a:xfrm>
          <a:prstGeom prst="ellipse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lvl="0" algn="ctr" eaLnBrk="0" hangingPunct="0"/>
            <a:endParaRPr lang="en-US" sz="12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4" name="Fixed Page Placeholder">
            <a:extLst>
              <a:ext uri="{FF2B5EF4-FFF2-40B4-BE49-F238E27FC236}">
                <a16:creationId xmlns:a16="http://schemas.microsoft.com/office/drawing/2014/main" id="{E361B9A9-2219-4F44-982D-701D7F2A6185}"/>
              </a:ext>
            </a:extLst>
          </p:cNvPr>
          <p:cNvSpPr txBox="1"/>
          <p:nvPr userDrawn="1"/>
        </p:nvSpPr>
        <p:spPr bwMode="auto">
          <a:xfrm>
            <a:off x="8603552" y="4867006"/>
            <a:ext cx="288036" cy="2710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ctr" anchorCtr="0">
            <a:noAutofit/>
          </a:bodyPr>
          <a:lstStyle/>
          <a:p>
            <a:pPr marL="0" marR="0" indent="0" algn="r" defTabSz="432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</a:pPr>
            <a:fld id="{AE05A9AF-4D70-4052-9354-7E4D957B036D}" type="slidenum">
              <a:rPr lang="en-US" sz="600" b="1" kern="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marL="0" marR="0" indent="0" algn="r" defTabSz="432000" eaLnBrk="0" fontAlgn="auto" latinLnBrk="0" hangingPunct="0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Tx/>
                <a:buNone/>
                <a:tabLst/>
              </a:pPr>
              <a:t>‹#›</a:t>
            </a:fld>
            <a:endParaRPr lang="en-US" sz="600" b="1" kern="0" baseline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0C8D1F1-BA28-4973-A394-021D3C969BE1}"/>
              </a:ext>
            </a:extLst>
          </p:cNvPr>
          <p:cNvPicPr>
            <a:picLocks noChangeAspect="1"/>
          </p:cNvPicPr>
          <p:nvPr userDrawn="1"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4282" y="145267"/>
            <a:ext cx="905585" cy="396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339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  <p:sldLayoutId id="2147483678" r:id="rId17"/>
    <p:sldLayoutId id="2147483679" r:id="rId18"/>
    <p:sldLayoutId id="2147483680" r:id="rId19"/>
    <p:sldLayoutId id="2147483681" r:id="rId20"/>
  </p:sldLayoutIdLst>
  <p:hf sldNum="0" hdr="0"/>
  <p:txStyles>
    <p:titleStyle>
      <a:lvl1pPr algn="l" defTabSz="432000" rtl="0" eaLnBrk="1" fontAlgn="base" hangingPunct="1">
        <a:spcBef>
          <a:spcPct val="0"/>
        </a:spcBef>
        <a:spcAft>
          <a:spcPct val="0"/>
        </a:spcAft>
        <a:buClr>
          <a:schemeClr val="tx1"/>
        </a:buClr>
        <a:buFontTx/>
        <a:buNone/>
        <a:defRPr sz="1800" b="1" baseline="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2"/>
          </a:solidFill>
          <a:latin typeface="Arial" charset="0"/>
        </a:defRPr>
      </a:lvl5pPr>
      <a:lvl6pPr marL="457189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2"/>
          </a:solidFill>
          <a:latin typeface="Arial" charset="0"/>
        </a:defRPr>
      </a:lvl6pPr>
      <a:lvl7pPr marL="914378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2"/>
          </a:solidFill>
          <a:latin typeface="Arial" charset="0"/>
        </a:defRPr>
      </a:lvl7pPr>
      <a:lvl8pPr marL="1371566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2"/>
          </a:solidFill>
          <a:latin typeface="Arial" charset="0"/>
        </a:defRPr>
      </a:lvl8pPr>
      <a:lvl9pPr marL="1828754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2"/>
          </a:solidFill>
          <a:latin typeface="Arial" charset="0"/>
        </a:defRPr>
      </a:lvl9pPr>
    </p:titleStyle>
    <p:bodyStyle>
      <a:lvl1pPr marL="189000" indent="-189000" algn="l" defTabSz="432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350" baseline="0">
          <a:solidFill>
            <a:schemeClr val="tx1"/>
          </a:solidFill>
          <a:latin typeface="+mn-lt"/>
          <a:ea typeface="+mn-ea"/>
          <a:cs typeface="+mn-cs"/>
        </a:defRPr>
      </a:lvl1pPr>
      <a:lvl2pPr marL="378000" indent="-189000" algn="l" defTabSz="432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200">
          <a:solidFill>
            <a:schemeClr val="tx1"/>
          </a:solidFill>
          <a:latin typeface="+mn-lt"/>
          <a:cs typeface="+mn-cs"/>
        </a:defRPr>
      </a:lvl2pPr>
      <a:lvl3pPr marL="567000" indent="-189000" algn="l" defTabSz="432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050" baseline="0">
          <a:solidFill>
            <a:schemeClr val="tx1"/>
          </a:solidFill>
          <a:latin typeface="+mn-lt"/>
          <a:cs typeface="+mn-cs"/>
        </a:defRPr>
      </a:lvl3pPr>
      <a:lvl4pPr marL="756000" indent="-189000" algn="l" defTabSz="432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050" baseline="0">
          <a:solidFill>
            <a:schemeClr val="tx1"/>
          </a:solidFill>
          <a:latin typeface="+mn-lt"/>
          <a:cs typeface="+mn-cs"/>
        </a:defRPr>
      </a:lvl4pPr>
      <a:lvl5pPr marL="945000" indent="-189000" algn="l" defTabSz="432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050" baseline="0">
          <a:solidFill>
            <a:schemeClr val="tx1"/>
          </a:solidFill>
          <a:latin typeface="+mn-lt"/>
          <a:cs typeface="+mn-cs"/>
        </a:defRPr>
      </a:lvl5pPr>
      <a:lvl6pPr marL="945000" indent="-189000" algn="l" defTabSz="432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Font typeface="Arial" panose="020B0604020202020204" pitchFamily="34" charset="0"/>
        <a:buChar char="‒"/>
        <a:defRPr sz="1050" baseline="0">
          <a:solidFill>
            <a:schemeClr val="tx1"/>
          </a:solidFill>
          <a:latin typeface="+mn-lt"/>
          <a:cs typeface="+mn-cs"/>
        </a:defRPr>
      </a:lvl6pPr>
      <a:lvl7pPr marL="945000" indent="-189000" algn="l" defTabSz="432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050">
          <a:solidFill>
            <a:schemeClr val="tx1"/>
          </a:solidFill>
          <a:latin typeface="+mn-lt"/>
          <a:cs typeface="+mn-cs"/>
        </a:defRPr>
      </a:lvl7pPr>
      <a:lvl8pPr marL="945000" indent="-189000" algn="l" defTabSz="432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050">
          <a:solidFill>
            <a:schemeClr val="tx1"/>
          </a:solidFill>
          <a:latin typeface="+mn-lt"/>
          <a:cs typeface="+mn-cs"/>
        </a:defRPr>
      </a:lvl8pPr>
      <a:lvl9pPr marL="945000" indent="-189000" algn="l" defTabSz="432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05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91437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8" algn="l" defTabSz="91437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2" algn="l" defTabSz="91437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3" Type="http://schemas.openxmlformats.org/officeDocument/2006/relationships/image" Target="../media/image11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microsoft.com/office/2007/relationships/hdphoto" Target="../media/hdphoto1.wdp"/><Relationship Id="rId9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3" Type="http://schemas.openxmlformats.org/officeDocument/2006/relationships/image" Target="../media/image21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3.png"/><Relationship Id="rId11" Type="http://schemas.openxmlformats.org/officeDocument/2006/relationships/image" Target="../media/image18.svg"/><Relationship Id="rId5" Type="http://schemas.openxmlformats.org/officeDocument/2006/relationships/image" Target="../media/image22.png"/><Relationship Id="rId10" Type="http://schemas.openxmlformats.org/officeDocument/2006/relationships/image" Target="../media/image17.png"/><Relationship Id="rId4" Type="http://schemas.openxmlformats.org/officeDocument/2006/relationships/image" Target="../media/image13.png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0.svg"/><Relationship Id="rId3" Type="http://schemas.openxmlformats.org/officeDocument/2006/relationships/image" Target="../media/image24.png"/><Relationship Id="rId7" Type="http://schemas.openxmlformats.org/officeDocument/2006/relationships/image" Target="../media/image16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5.png"/><Relationship Id="rId11" Type="http://schemas.openxmlformats.org/officeDocument/2006/relationships/image" Target="../media/image18.svg"/><Relationship Id="rId5" Type="http://schemas.openxmlformats.org/officeDocument/2006/relationships/image" Target="../media/image14.png"/><Relationship Id="rId10" Type="http://schemas.openxmlformats.org/officeDocument/2006/relationships/image" Target="../media/image17.png"/><Relationship Id="rId4" Type="http://schemas.openxmlformats.org/officeDocument/2006/relationships/image" Target="../media/image13.png"/><Relationship Id="rId9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3B1B27D0-F339-1964-0699-A721AB08A34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PSOC Edge </a:t>
            </a:r>
            <a:br>
              <a:rPr lang="en" dirty="0"/>
            </a:br>
            <a:r>
              <a:rPr lang="en" dirty="0"/>
              <a:t>Smart HMI kit</a:t>
            </a:r>
            <a:br>
              <a:rPr lang="en" dirty="0"/>
            </a:br>
            <a:r>
              <a:rPr lang="en" dirty="0">
                <a:solidFill>
                  <a:srgbClr val="6CB4AD"/>
                </a:solidFill>
              </a:rPr>
              <a:t> UI mockups</a:t>
            </a:r>
            <a:endParaRPr dirty="0">
              <a:solidFill>
                <a:srgbClr val="6CB4AD"/>
              </a:solidFill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2BF4183E-4B62-F8A5-A242-4A2F085938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FF5485EF-7D0D-499E-8FC9-67B810D8EE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772" y="902754"/>
            <a:ext cx="2929469" cy="2929469"/>
          </a:xfrm>
          <a:prstGeom prst="rect">
            <a:avLst/>
          </a:prstGeom>
          <a:ln>
            <a:noFill/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638CCAF-1505-4970-8060-EA83C0549F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1772" y="899015"/>
            <a:ext cx="2929469" cy="2929469"/>
          </a:xfrm>
          <a:prstGeom prst="rect">
            <a:avLst/>
          </a:prstGeom>
          <a:ln>
            <a:noFill/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0A84F84-A86F-4A5D-9089-454D1EF68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 control arc design</a:t>
            </a:r>
            <a:br>
              <a:rPr lang="en-US" dirty="0"/>
            </a:br>
            <a:r>
              <a:rPr lang="en-US" dirty="0"/>
              <a:t>merged into </a:t>
            </a:r>
            <a:r>
              <a:rPr lang="en-US"/>
              <a:t>background image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315EC6-B4F2-43EB-A549-C445226BC6F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414843-5D75-4F78-9E9D-92D9A76FAA3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5F0E027-DDA0-4FC0-9559-401AD7DDA8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2648" y="1436155"/>
            <a:ext cx="3112182" cy="2929469"/>
          </a:xfrm>
          <a:prstGeom prst="rect">
            <a:avLst/>
          </a:prstGeom>
        </p:spPr>
      </p:pic>
      <p:sp>
        <p:nvSpPr>
          <p:cNvPr id="12" name="Rectangle: Top Corners Rounded 11">
            <a:extLst>
              <a:ext uri="{FF2B5EF4-FFF2-40B4-BE49-F238E27FC236}">
                <a16:creationId xmlns:a16="http://schemas.microsoft.com/office/drawing/2014/main" id="{A71A88BB-A9DC-4BBB-818C-1A02CF0B9123}"/>
              </a:ext>
            </a:extLst>
          </p:cNvPr>
          <p:cNvSpPr/>
          <p:nvPr/>
        </p:nvSpPr>
        <p:spPr bwMode="auto">
          <a:xfrm rot="5400000">
            <a:off x="4624746" y="2574458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solidFill>
            <a:srgbClr val="086259">
              <a:alpha val="34902"/>
            </a:srgb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EC43C52-326B-48AF-AB09-936079413910}"/>
              </a:ext>
            </a:extLst>
          </p:cNvPr>
          <p:cNvSpPr/>
          <p:nvPr/>
        </p:nvSpPr>
        <p:spPr bwMode="auto">
          <a:xfrm>
            <a:off x="4751254" y="1313917"/>
            <a:ext cx="317971" cy="3213634"/>
          </a:xfrm>
          <a:prstGeom prst="rect">
            <a:avLst/>
          </a:prstGeom>
          <a:solidFill>
            <a:srgbClr val="BFBFBF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AB5F144-2757-4BC6-AB52-EEB8F6F052E5}"/>
              </a:ext>
            </a:extLst>
          </p:cNvPr>
          <p:cNvSpPr/>
          <p:nvPr/>
        </p:nvSpPr>
        <p:spPr bwMode="auto">
          <a:xfrm>
            <a:off x="8057259" y="1313917"/>
            <a:ext cx="317971" cy="3213634"/>
          </a:xfrm>
          <a:prstGeom prst="rect">
            <a:avLst/>
          </a:prstGeom>
          <a:solidFill>
            <a:srgbClr val="BFBFBF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Rectangle: Top Corners Rounded 6">
            <a:extLst>
              <a:ext uri="{FF2B5EF4-FFF2-40B4-BE49-F238E27FC236}">
                <a16:creationId xmlns:a16="http://schemas.microsoft.com/office/drawing/2014/main" id="{0B02BF64-28D0-4A15-97A1-DFB49925E9C3}"/>
              </a:ext>
            </a:extLst>
          </p:cNvPr>
          <p:cNvSpPr/>
          <p:nvPr/>
        </p:nvSpPr>
        <p:spPr bwMode="auto">
          <a:xfrm rot="5400000">
            <a:off x="66831" y="2041059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solidFill>
            <a:srgbClr val="086259">
              <a:alpha val="34902"/>
            </a:srgb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943FD4F0-2A7A-469F-BDB6-4722D9314C10}"/>
              </a:ext>
            </a:extLst>
          </p:cNvPr>
          <p:cNvSpPr/>
          <p:nvPr/>
        </p:nvSpPr>
        <p:spPr bwMode="auto">
          <a:xfrm rot="16200000" flipH="1">
            <a:off x="2326863" y="2041850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solidFill>
            <a:srgbClr val="086259">
              <a:alpha val="34902"/>
            </a:srgb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Block Arc 19">
            <a:extLst>
              <a:ext uri="{FF2B5EF4-FFF2-40B4-BE49-F238E27FC236}">
                <a16:creationId xmlns:a16="http://schemas.microsoft.com/office/drawing/2014/main" id="{3BF68E85-16FA-4222-B39E-17B6D4CE36A6}"/>
              </a:ext>
            </a:extLst>
          </p:cNvPr>
          <p:cNvSpPr/>
          <p:nvPr/>
        </p:nvSpPr>
        <p:spPr bwMode="auto">
          <a:xfrm>
            <a:off x="1222088" y="1700978"/>
            <a:ext cx="1324717" cy="1324717"/>
          </a:xfrm>
          <a:prstGeom prst="blockArc">
            <a:avLst>
              <a:gd name="adj1" fmla="val 10800000"/>
              <a:gd name="adj2" fmla="val 10799996"/>
              <a:gd name="adj3" fmla="val 18018"/>
            </a:avLst>
          </a:prstGeom>
          <a:gradFill>
            <a:gsLst>
              <a:gs pos="0">
                <a:srgbClr val="656464"/>
              </a:gs>
              <a:gs pos="74000">
                <a:srgbClr val="414852"/>
              </a:gs>
              <a:gs pos="100000">
                <a:srgbClr val="39404A"/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>
            <a:outerShdw blurRad="50800" dist="38100" dir="5400000" sx="101000" sy="101000" algn="t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5622311-4BC5-40AF-8223-CC2F9D32AAF9}"/>
              </a:ext>
            </a:extLst>
          </p:cNvPr>
          <p:cNvSpPr/>
          <p:nvPr/>
        </p:nvSpPr>
        <p:spPr bwMode="auto">
          <a:xfrm>
            <a:off x="1460126" y="1940874"/>
            <a:ext cx="844924" cy="844924"/>
          </a:xfrm>
          <a:prstGeom prst="ellipse">
            <a:avLst/>
          </a:prstGeom>
          <a:gradFill>
            <a:gsLst>
              <a:gs pos="0">
                <a:schemeClr val="tx1">
                  <a:lumMod val="90000"/>
                  <a:lumOff val="10000"/>
                  <a:alpha val="80000"/>
                </a:schemeClr>
              </a:gs>
              <a:gs pos="74000">
                <a:srgbClr val="101820">
                  <a:alpha val="80000"/>
                </a:srgbClr>
              </a:gs>
              <a:gs pos="100000">
                <a:srgbClr val="181820">
                  <a:alpha val="80000"/>
                </a:srgbClr>
              </a:gs>
            </a:gsLst>
            <a:lin ang="5400000" scaled="1"/>
          </a:gradFill>
          <a:ln w="9525">
            <a:solidFill>
              <a:srgbClr val="5C676C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FEE0C51-2C2C-4B1B-9B88-DFA9EB756982}"/>
              </a:ext>
            </a:extLst>
          </p:cNvPr>
          <p:cNvGrpSpPr/>
          <p:nvPr/>
        </p:nvGrpSpPr>
        <p:grpSpPr>
          <a:xfrm>
            <a:off x="1506203" y="2055869"/>
            <a:ext cx="833235" cy="648530"/>
            <a:chOff x="1506203" y="2055869"/>
            <a:chExt cx="833235" cy="64853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51FB621-9661-4603-AF66-8A3B2C696C18}"/>
                </a:ext>
              </a:extLst>
            </p:cNvPr>
            <p:cNvSpPr/>
            <p:nvPr/>
          </p:nvSpPr>
          <p:spPr>
            <a:xfrm>
              <a:off x="1506203" y="2058068"/>
              <a:ext cx="704039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1">
                      <a:lumMod val="9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27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15845BD0-6237-44CA-A2E2-439DE06DB547}"/>
                </a:ext>
              </a:extLst>
            </p:cNvPr>
            <p:cNvSpPr/>
            <p:nvPr/>
          </p:nvSpPr>
          <p:spPr>
            <a:xfrm>
              <a:off x="2010502" y="2055869"/>
              <a:ext cx="32893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en-US" sz="2800" dirty="0">
                  <a:solidFill>
                    <a:schemeClr val="bg1">
                      <a:lumMod val="95000"/>
                    </a:schemeClr>
                  </a:solidFill>
                  <a:latin typeface="Montserrat"/>
                </a:rPr>
                <a:t>°</a:t>
              </a:r>
              <a:endParaRPr lang="en-US" sz="2800" dirty="0">
                <a:solidFill>
                  <a:schemeClr val="bg1">
                    <a:lumMod val="95000"/>
                  </a:schemeClr>
                </a:solidFill>
                <a:latin typeface="Montserrat"/>
                <a:ea typeface="Roboto" panose="02000000000000000000" pitchFamily="2" charset="0"/>
              </a:endParaRPr>
            </a:p>
          </p:txBody>
        </p:sp>
      </p:grpSp>
      <p:sp>
        <p:nvSpPr>
          <p:cNvPr id="43" name="Double Bracket 42">
            <a:extLst>
              <a:ext uri="{FF2B5EF4-FFF2-40B4-BE49-F238E27FC236}">
                <a16:creationId xmlns:a16="http://schemas.microsoft.com/office/drawing/2014/main" id="{2A10AC54-D0A5-42CC-9138-CE6B5577454A}"/>
              </a:ext>
            </a:extLst>
          </p:cNvPr>
          <p:cNvSpPr/>
          <p:nvPr/>
        </p:nvSpPr>
        <p:spPr>
          <a:xfrm>
            <a:off x="5567070" y="3942005"/>
            <a:ext cx="216496" cy="219755"/>
          </a:xfrm>
          <a:prstGeom prst="bracketPair">
            <a:avLst/>
          </a:prstGeom>
          <a:ln w="9525">
            <a:solidFill>
              <a:schemeClr val="bg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2B08710-C7D0-45D4-BB0C-784725EF1FF4}"/>
              </a:ext>
            </a:extLst>
          </p:cNvPr>
          <p:cNvGrpSpPr/>
          <p:nvPr/>
        </p:nvGrpSpPr>
        <p:grpSpPr>
          <a:xfrm>
            <a:off x="4966189" y="2403842"/>
            <a:ext cx="3060836" cy="1920612"/>
            <a:chOff x="4966189" y="2403842"/>
            <a:chExt cx="3060836" cy="1920612"/>
          </a:xfrm>
        </p:grpSpPr>
        <p:pic>
          <p:nvPicPr>
            <p:cNvPr id="32" name="Picture 31" descr="A black background with a circular design&#10;&#10;Description automatically generated">
              <a:extLst>
                <a:ext uri="{FF2B5EF4-FFF2-40B4-BE49-F238E27FC236}">
                  <a16:creationId xmlns:a16="http://schemas.microsoft.com/office/drawing/2014/main" id="{88A84BA0-9487-49AF-9BF5-2E61A6CCF4C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00066" y="2953793"/>
              <a:ext cx="386261" cy="386261"/>
            </a:xfrm>
            <a:prstGeom prst="rect">
              <a:avLst/>
            </a:prstGeom>
          </p:spPr>
        </p:pic>
        <p:pic>
          <p:nvPicPr>
            <p:cNvPr id="33" name="Picture 32" descr="A white line drawing of a leaf&#10;&#10;Description automatically generated">
              <a:extLst>
                <a:ext uri="{FF2B5EF4-FFF2-40B4-BE49-F238E27FC236}">
                  <a16:creationId xmlns:a16="http://schemas.microsoft.com/office/drawing/2014/main" id="{6EC79E44-29E5-4822-BBB3-32D09B7978E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5640" y="2421331"/>
              <a:ext cx="310753" cy="310753"/>
            </a:xfrm>
            <a:prstGeom prst="rect">
              <a:avLst/>
            </a:prstGeom>
          </p:spPr>
        </p:pic>
        <p:pic>
          <p:nvPicPr>
            <p:cNvPr id="34" name="Picture 33" descr="A wifi symbol on a black background&#10;&#10;Description automatically generated">
              <a:extLst>
                <a:ext uri="{FF2B5EF4-FFF2-40B4-BE49-F238E27FC236}">
                  <a16:creationId xmlns:a16="http://schemas.microsoft.com/office/drawing/2014/main" id="{C58D05A8-F9BB-4834-BBA1-6C801BE70B9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48779" y="2976250"/>
              <a:ext cx="361847" cy="361847"/>
            </a:xfrm>
            <a:prstGeom prst="rect">
              <a:avLst/>
            </a:prstGeom>
          </p:spPr>
        </p:pic>
        <p:pic>
          <p:nvPicPr>
            <p:cNvPr id="35" name="Picture 34" descr="A white line drawing of gears&#10;&#10;Description automatically generated">
              <a:extLst>
                <a:ext uri="{FF2B5EF4-FFF2-40B4-BE49-F238E27FC236}">
                  <a16:creationId xmlns:a16="http://schemas.microsoft.com/office/drawing/2014/main" id="{0987AAD2-0C2E-49F8-9223-A32E7C8DC0D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61806" y="2403842"/>
              <a:ext cx="348820" cy="348820"/>
            </a:xfrm>
            <a:prstGeom prst="rect">
              <a:avLst/>
            </a:prstGeom>
          </p:spPr>
        </p:pic>
        <p:pic>
          <p:nvPicPr>
            <p:cNvPr id="36" name="Picture 33">
              <a:extLst>
                <a:ext uri="{FF2B5EF4-FFF2-40B4-BE49-F238E27FC236}">
                  <a16:creationId xmlns:a16="http://schemas.microsoft.com/office/drawing/2014/main" id="{1E757E61-D2DE-43E7-B26A-AF8EF099F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7333356" y="3910651"/>
              <a:ext cx="255929" cy="255929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669F124-BD34-4D02-B20F-8168801111E2}"/>
                </a:ext>
              </a:extLst>
            </p:cNvPr>
            <p:cNvSpPr txBox="1"/>
            <p:nvPr/>
          </p:nvSpPr>
          <p:spPr bwMode="auto">
            <a:xfrm>
              <a:off x="5010126" y="2726929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SETTINGS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04150D0-6B09-4E9E-AC69-AB68C76DD276}"/>
                </a:ext>
              </a:extLst>
            </p:cNvPr>
            <p:cNvSpPr txBox="1"/>
            <p:nvPr/>
          </p:nvSpPr>
          <p:spPr bwMode="auto">
            <a:xfrm>
              <a:off x="5336528" y="4188263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PRESENCE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5A3A2EE-EFC6-44CB-9621-150E71390874}"/>
                </a:ext>
              </a:extLst>
            </p:cNvPr>
            <p:cNvSpPr txBox="1"/>
            <p:nvPr/>
          </p:nvSpPr>
          <p:spPr bwMode="auto">
            <a:xfrm>
              <a:off x="7335543" y="2704326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MODE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6A8C18F-A207-45EF-BF63-8F52A50FC6DB}"/>
                </a:ext>
              </a:extLst>
            </p:cNvPr>
            <p:cNvSpPr txBox="1"/>
            <p:nvPr/>
          </p:nvSpPr>
          <p:spPr bwMode="auto">
            <a:xfrm>
              <a:off x="7094229" y="4185986"/>
              <a:ext cx="743757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COMMAND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475207E-225E-4455-982F-3D72FFC66412}"/>
                </a:ext>
              </a:extLst>
            </p:cNvPr>
            <p:cNvSpPr txBox="1"/>
            <p:nvPr/>
          </p:nvSpPr>
          <p:spPr bwMode="auto">
            <a:xfrm>
              <a:off x="4966189" y="3302460"/>
              <a:ext cx="743757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CONNECT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pic>
          <p:nvPicPr>
            <p:cNvPr id="42" name="Graphic 41" descr="Man outline">
              <a:extLst>
                <a:ext uri="{FF2B5EF4-FFF2-40B4-BE49-F238E27FC236}">
                  <a16:creationId xmlns:a16="http://schemas.microsoft.com/office/drawing/2014/main" id="{B481B03F-6943-4C97-8D24-C8F5F37A85F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539626" y="3906559"/>
              <a:ext cx="253373" cy="253373"/>
            </a:xfrm>
            <a:prstGeom prst="rect">
              <a:avLst/>
            </a:prstGeom>
          </p:spPr>
        </p:pic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7C13DCD-E17B-47D5-B827-C5FD69EC740D}"/>
                </a:ext>
              </a:extLst>
            </p:cNvPr>
            <p:cNvSpPr txBox="1"/>
            <p:nvPr/>
          </p:nvSpPr>
          <p:spPr bwMode="auto">
            <a:xfrm>
              <a:off x="7370240" y="3295966"/>
              <a:ext cx="656785" cy="13792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LOW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712172F1-3646-431D-9CAB-04CBAB17926F}"/>
              </a:ext>
            </a:extLst>
          </p:cNvPr>
          <p:cNvGrpSpPr/>
          <p:nvPr/>
        </p:nvGrpSpPr>
        <p:grpSpPr>
          <a:xfrm>
            <a:off x="323538" y="1825492"/>
            <a:ext cx="2997336" cy="1920612"/>
            <a:chOff x="4966189" y="2403842"/>
            <a:chExt cx="2997336" cy="1920612"/>
          </a:xfrm>
        </p:grpSpPr>
        <p:pic>
          <p:nvPicPr>
            <p:cNvPr id="49" name="Picture 48" descr="A black background with a circular design&#10;&#10;Description automatically generated">
              <a:extLst>
                <a:ext uri="{FF2B5EF4-FFF2-40B4-BE49-F238E27FC236}">
                  <a16:creationId xmlns:a16="http://schemas.microsoft.com/office/drawing/2014/main" id="{579792C4-CE34-4DE8-8A61-4AC9EB4F2F9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36566" y="2953793"/>
              <a:ext cx="386261" cy="386261"/>
            </a:xfrm>
            <a:prstGeom prst="rect">
              <a:avLst/>
            </a:prstGeom>
          </p:spPr>
        </p:pic>
        <p:pic>
          <p:nvPicPr>
            <p:cNvPr id="50" name="Picture 49" descr="A white line drawing of a leaf&#10;&#10;Description automatically generated">
              <a:extLst>
                <a:ext uri="{FF2B5EF4-FFF2-40B4-BE49-F238E27FC236}">
                  <a16:creationId xmlns:a16="http://schemas.microsoft.com/office/drawing/2014/main" id="{49655F83-E267-46CC-828F-9898AC6E5D0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72140" y="2421331"/>
              <a:ext cx="310753" cy="310753"/>
            </a:xfrm>
            <a:prstGeom prst="rect">
              <a:avLst/>
            </a:prstGeom>
          </p:spPr>
        </p:pic>
        <p:pic>
          <p:nvPicPr>
            <p:cNvPr id="51" name="Picture 50" descr="A wifi symbol on a black background&#10;&#10;Description automatically generated">
              <a:extLst>
                <a:ext uri="{FF2B5EF4-FFF2-40B4-BE49-F238E27FC236}">
                  <a16:creationId xmlns:a16="http://schemas.microsoft.com/office/drawing/2014/main" id="{8284C9DA-5556-4C1E-8F56-0022285E0A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48779" y="2976250"/>
              <a:ext cx="361847" cy="361847"/>
            </a:xfrm>
            <a:prstGeom prst="rect">
              <a:avLst/>
            </a:prstGeom>
          </p:spPr>
        </p:pic>
        <p:pic>
          <p:nvPicPr>
            <p:cNvPr id="52" name="Picture 51" descr="A white line drawing of gears&#10;&#10;Description automatically generated">
              <a:extLst>
                <a:ext uri="{FF2B5EF4-FFF2-40B4-BE49-F238E27FC236}">
                  <a16:creationId xmlns:a16="http://schemas.microsoft.com/office/drawing/2014/main" id="{2D9CB2B0-D297-4164-9F65-42A53798B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61806" y="2403842"/>
              <a:ext cx="348820" cy="348820"/>
            </a:xfrm>
            <a:prstGeom prst="rect">
              <a:avLst/>
            </a:prstGeom>
          </p:spPr>
        </p:pic>
        <p:pic>
          <p:nvPicPr>
            <p:cNvPr id="53" name="Picture 33">
              <a:extLst>
                <a:ext uri="{FF2B5EF4-FFF2-40B4-BE49-F238E27FC236}">
                  <a16:creationId xmlns:a16="http://schemas.microsoft.com/office/drawing/2014/main" id="{DDFC75ED-D600-44A0-BC7A-7B9FF1C96D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7333356" y="3910651"/>
              <a:ext cx="255929" cy="255929"/>
            </a:xfrm>
            <a:prstGeom prst="rect">
              <a:avLst/>
            </a:prstGeom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311EC639-3F46-47F8-8723-C4FADE95C7B7}"/>
                </a:ext>
              </a:extLst>
            </p:cNvPr>
            <p:cNvSpPr txBox="1"/>
            <p:nvPr/>
          </p:nvSpPr>
          <p:spPr bwMode="auto">
            <a:xfrm>
              <a:off x="5010126" y="2726929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SETTINGS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4BBC91B-C94A-4029-881E-CEA7327DE556}"/>
                </a:ext>
              </a:extLst>
            </p:cNvPr>
            <p:cNvSpPr txBox="1"/>
            <p:nvPr/>
          </p:nvSpPr>
          <p:spPr bwMode="auto">
            <a:xfrm>
              <a:off x="5336528" y="4188263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PRESENCE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CE00E8A-5A88-444F-98AF-00A61D41B0A1}"/>
                </a:ext>
              </a:extLst>
            </p:cNvPr>
            <p:cNvSpPr txBox="1"/>
            <p:nvPr/>
          </p:nvSpPr>
          <p:spPr bwMode="auto">
            <a:xfrm>
              <a:off x="7272043" y="2704326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MODE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F3BF632-64B7-4563-8DF0-8C024CBE97A1}"/>
                </a:ext>
              </a:extLst>
            </p:cNvPr>
            <p:cNvSpPr txBox="1"/>
            <p:nvPr/>
          </p:nvSpPr>
          <p:spPr bwMode="auto">
            <a:xfrm>
              <a:off x="7094229" y="4185986"/>
              <a:ext cx="743757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COMMAND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A8EA8AD-E1DE-455C-9F6A-E4588407AD8F}"/>
                </a:ext>
              </a:extLst>
            </p:cNvPr>
            <p:cNvSpPr txBox="1"/>
            <p:nvPr/>
          </p:nvSpPr>
          <p:spPr bwMode="auto">
            <a:xfrm>
              <a:off x="4966189" y="3302460"/>
              <a:ext cx="743757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CONNECT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pic>
          <p:nvPicPr>
            <p:cNvPr id="59" name="Graphic 58" descr="Man outline">
              <a:extLst>
                <a:ext uri="{FF2B5EF4-FFF2-40B4-BE49-F238E27FC236}">
                  <a16:creationId xmlns:a16="http://schemas.microsoft.com/office/drawing/2014/main" id="{0D073D61-2A2D-49B7-877D-D8DECC6F38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539626" y="3906559"/>
              <a:ext cx="253373" cy="253373"/>
            </a:xfrm>
            <a:prstGeom prst="rect">
              <a:avLst/>
            </a:prstGeom>
          </p:spPr>
        </p:pic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D87D92E2-CB87-40F2-A943-D511A5F15BE5}"/>
                </a:ext>
              </a:extLst>
            </p:cNvPr>
            <p:cNvSpPr txBox="1"/>
            <p:nvPr/>
          </p:nvSpPr>
          <p:spPr bwMode="auto">
            <a:xfrm>
              <a:off x="7306740" y="3295966"/>
              <a:ext cx="656785" cy="13792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LOW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041535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6A18E2F-BCAF-300C-CDF4-4BC8B04E9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(temp / design draft)</a:t>
            </a:r>
            <a:br>
              <a:rPr lang="en-US" dirty="0"/>
            </a:br>
            <a:endParaRPr lang="en-US" dirty="0">
              <a:latin typeface="Montserrat" panose="000005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850EBA-7D7C-5B92-DA3E-61BC5A88A3CB}"/>
              </a:ext>
            </a:extLst>
          </p:cNvPr>
          <p:cNvSpPr txBox="1"/>
          <p:nvPr/>
        </p:nvSpPr>
        <p:spPr bwMode="auto">
          <a:xfrm>
            <a:off x="107918" y="451367"/>
            <a:ext cx="5907314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>
            <a:spAutoFit/>
          </a:bodyPr>
          <a:lstStyle/>
          <a:p>
            <a:pPr marL="0" marR="0" lvl="0" indent="0" algn="l" defTabSz="6858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Montserrat"/>
                <a:cs typeface="Arial"/>
                <a:sym typeface="Arial"/>
              </a:rPr>
              <a:t>&gt;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F46AFD-F79D-4034-8561-2719BC9B4A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2699" y="832341"/>
            <a:ext cx="3155996" cy="317812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85EC02B-AD64-49BC-8074-0322B8B05B2E}"/>
              </a:ext>
            </a:extLst>
          </p:cNvPr>
          <p:cNvSpPr/>
          <p:nvPr/>
        </p:nvSpPr>
        <p:spPr bwMode="auto">
          <a:xfrm>
            <a:off x="393643" y="920231"/>
            <a:ext cx="3303038" cy="3303038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marL="0" marR="0" lvl="0" indent="0" algn="ctr" defTabSz="576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C3FBE9-BB88-44CD-88DA-D80B6CF667FD}"/>
              </a:ext>
            </a:extLst>
          </p:cNvPr>
          <p:cNvSpPr txBox="1"/>
          <p:nvPr/>
        </p:nvSpPr>
        <p:spPr bwMode="auto">
          <a:xfrm>
            <a:off x="540885" y="1169348"/>
            <a:ext cx="1422563" cy="4594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l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2700" b="1" i="0" u="none" strike="noStrike" kern="0" cap="none" spc="9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08:45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C689F9-2802-4121-BB5F-FE6100F42AB6}"/>
              </a:ext>
            </a:extLst>
          </p:cNvPr>
          <p:cNvSpPr txBox="1"/>
          <p:nvPr/>
        </p:nvSpPr>
        <p:spPr bwMode="auto">
          <a:xfrm>
            <a:off x="540885" y="985421"/>
            <a:ext cx="1304175" cy="255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l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Mon, 06 Aug</a:t>
            </a:r>
            <a:endParaRPr kumimoji="0" lang="en-US" sz="15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anose="00000500000000000000" pitchFamily="2" charset="0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8A6FB6-85CD-4127-B15A-E646C0B727D5}"/>
              </a:ext>
            </a:extLst>
          </p:cNvPr>
          <p:cNvSpPr txBox="1"/>
          <p:nvPr/>
        </p:nvSpPr>
        <p:spPr bwMode="auto">
          <a:xfrm>
            <a:off x="2911166" y="1016943"/>
            <a:ext cx="640619" cy="2375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r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1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23 </a:t>
            </a:r>
            <a:r>
              <a:rPr kumimoji="0" lang="en-IN" sz="1400" b="1" i="0" u="none" strike="noStrike" kern="0" cap="none" spc="0" normalizeH="0" baseline="0" noProof="0" dirty="0">
                <a:ln>
                  <a:noFill/>
                </a:ln>
                <a:solidFill>
                  <a:srgbClr val="EEF0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°C</a:t>
            </a:r>
            <a:endParaRPr kumimoji="0" lang="en-US" sz="14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anose="00000500000000000000" pitchFamily="2" charset="0"/>
              <a:cs typeface="Arial"/>
              <a:sym typeface="Arial"/>
            </a:endParaRPr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FABDB206-46C6-4736-AAC2-904ACD413693}"/>
              </a:ext>
            </a:extLst>
          </p:cNvPr>
          <p:cNvSpPr/>
          <p:nvPr/>
        </p:nvSpPr>
        <p:spPr bwMode="auto">
          <a:xfrm>
            <a:off x="2001910" y="1852708"/>
            <a:ext cx="243281" cy="144345"/>
          </a:xfrm>
          <a:prstGeom prst="triangle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marL="0" marR="0" lvl="0" indent="0" algn="ctr" defTabSz="4320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18BBB630-D4BA-42DC-B2DD-5F3775602BEA}"/>
              </a:ext>
            </a:extLst>
          </p:cNvPr>
          <p:cNvSpPr/>
          <p:nvPr/>
        </p:nvSpPr>
        <p:spPr bwMode="auto">
          <a:xfrm rot="10800000">
            <a:off x="2003548" y="2922034"/>
            <a:ext cx="243281" cy="144345"/>
          </a:xfrm>
          <a:prstGeom prst="triangle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marL="0" marR="0" lvl="0" indent="0" algn="ctr" defTabSz="4320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pic>
        <p:nvPicPr>
          <p:cNvPr id="13" name="Picture 12" descr="A black background with a circular design&#10;&#10;Description automatically generated">
            <a:extLst>
              <a:ext uri="{FF2B5EF4-FFF2-40B4-BE49-F238E27FC236}">
                <a16:creationId xmlns:a16="http://schemas.microsoft.com/office/drawing/2014/main" id="{6112F248-A53A-47FE-B62A-B195152451FC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068" y="3083865"/>
            <a:ext cx="386261" cy="38626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F30FB9C-C74F-43C0-AC1A-BE1149AEDF79}"/>
              </a:ext>
            </a:extLst>
          </p:cNvPr>
          <p:cNvSpPr txBox="1"/>
          <p:nvPr/>
        </p:nvSpPr>
        <p:spPr bwMode="auto">
          <a:xfrm>
            <a:off x="1531093" y="1906570"/>
            <a:ext cx="1112867" cy="10618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US" sz="6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3" panose="020B0503030403020204" pitchFamily="34" charset="0"/>
                <a:cs typeface="Arial"/>
                <a:sym typeface="Arial"/>
              </a:rPr>
              <a:t>22</a:t>
            </a:r>
            <a:endParaRPr kumimoji="0" lang="en-US" sz="405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ource Sans 3" panose="020B0503030403020204" pitchFamily="34" charset="0"/>
              <a:cs typeface="Arial"/>
              <a:sym typeface="Arial"/>
            </a:endParaRPr>
          </a:p>
        </p:txBody>
      </p:sp>
      <p:pic>
        <p:nvPicPr>
          <p:cNvPr id="18" name="Picture 17" descr="A sun and cloud with black background">
            <a:extLst>
              <a:ext uri="{FF2B5EF4-FFF2-40B4-BE49-F238E27FC236}">
                <a16:creationId xmlns:a16="http://schemas.microsoft.com/office/drawing/2014/main" id="{42D483B3-C77C-4016-ABEE-55BD4D8736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2875" y="1034522"/>
            <a:ext cx="386261" cy="40527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F5625B3-1AFB-45C8-A848-03B6FE7C2F55}"/>
              </a:ext>
            </a:extLst>
          </p:cNvPr>
          <p:cNvSpPr txBox="1"/>
          <p:nvPr/>
        </p:nvSpPr>
        <p:spPr bwMode="auto">
          <a:xfrm>
            <a:off x="2466849" y="1220477"/>
            <a:ext cx="1112489" cy="206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r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Bangalore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anose="00000500000000000000" pitchFamily="2" charset="0"/>
              <a:cs typeface="Arial"/>
              <a:sym typeface="Arial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3FEB6F2-3DC9-4DB3-BD64-A9837D1D1F81}"/>
              </a:ext>
            </a:extLst>
          </p:cNvPr>
          <p:cNvCxnSpPr>
            <a:cxnSpLocks/>
          </p:cNvCxnSpPr>
          <p:nvPr/>
        </p:nvCxnSpPr>
        <p:spPr>
          <a:xfrm>
            <a:off x="3609750" y="2253762"/>
            <a:ext cx="279564" cy="6739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1C8A8900-17AA-434A-91A8-08297E5A466D}"/>
              </a:ext>
            </a:extLst>
          </p:cNvPr>
          <p:cNvSpPr/>
          <p:nvPr/>
        </p:nvSpPr>
        <p:spPr bwMode="auto">
          <a:xfrm>
            <a:off x="3298006" y="2264994"/>
            <a:ext cx="243281" cy="144345"/>
          </a:xfrm>
          <a:prstGeom prst="triangle">
            <a:avLst/>
          </a:prstGeom>
          <a:solidFill>
            <a:srgbClr val="FB4747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marL="0" marR="0" lvl="0" indent="0" algn="ctr" defTabSz="4320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1951F1F4-6892-474F-AFBF-87ABD0923650}"/>
              </a:ext>
            </a:extLst>
          </p:cNvPr>
          <p:cNvSpPr/>
          <p:nvPr/>
        </p:nvSpPr>
        <p:spPr bwMode="auto">
          <a:xfrm>
            <a:off x="3320806" y="2437485"/>
            <a:ext cx="197679" cy="117288"/>
          </a:xfrm>
          <a:prstGeom prst="triangle">
            <a:avLst/>
          </a:prstGeom>
          <a:solidFill>
            <a:srgbClr val="FF3F3F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marL="0" marR="0" lvl="0" indent="0" algn="ctr" defTabSz="4320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33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2734CE92-893E-4BC9-ACD2-B8FCA9EB1F7E}"/>
              </a:ext>
            </a:extLst>
          </p:cNvPr>
          <p:cNvSpPr/>
          <p:nvPr/>
        </p:nvSpPr>
        <p:spPr bwMode="auto">
          <a:xfrm>
            <a:off x="3342156" y="2579419"/>
            <a:ext cx="154979" cy="91953"/>
          </a:xfrm>
          <a:prstGeom prst="triangle">
            <a:avLst/>
          </a:prstGeom>
          <a:solidFill>
            <a:srgbClr val="FF5050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marL="0" marR="0" lvl="0" indent="0" algn="ctr" defTabSz="4320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BCE399-BA67-4676-A150-6907CD02B15D}"/>
              </a:ext>
            </a:extLst>
          </p:cNvPr>
          <p:cNvSpPr txBox="1"/>
          <p:nvPr/>
        </p:nvSpPr>
        <p:spPr bwMode="auto">
          <a:xfrm>
            <a:off x="3153854" y="2013376"/>
            <a:ext cx="53158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marR="0" lvl="0" indent="0" algn="ctr" defTabSz="6858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3737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24</a:t>
            </a:r>
            <a:r>
              <a:rPr kumimoji="0" lang="en-US" sz="750" b="1" i="0" u="none" strike="noStrike" kern="0" cap="none" spc="0" normalizeH="0" baseline="0" noProof="0" dirty="0">
                <a:ln>
                  <a:noFill/>
                </a:ln>
                <a:solidFill>
                  <a:srgbClr val="FF3737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°C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srgbClr val="FF3737"/>
              </a:solidFill>
              <a:effectLst/>
              <a:uLnTx/>
              <a:uFillTx/>
              <a:latin typeface="Arial" charset="0"/>
              <a:cs typeface="Arial"/>
              <a:sym typeface="Arial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9D9140-CEB2-43F5-BFD0-AA6B1C925223}"/>
              </a:ext>
            </a:extLst>
          </p:cNvPr>
          <p:cNvSpPr txBox="1"/>
          <p:nvPr/>
        </p:nvSpPr>
        <p:spPr bwMode="auto">
          <a:xfrm>
            <a:off x="3082074" y="1840530"/>
            <a:ext cx="713400" cy="2539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marR="0" lvl="0" indent="0" algn="ctr" defTabSz="6858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105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85000"/>
                  </a:srgbClr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Set to</a:t>
            </a:r>
            <a:endParaRPr kumimoji="0" lang="en-US" sz="1050" b="1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85000"/>
                </a:srgbClr>
              </a:solidFill>
              <a:effectLst/>
              <a:uLnTx/>
              <a:uFillTx/>
              <a:latin typeface="Arial" charset="0"/>
              <a:cs typeface="Arial"/>
              <a:sym typeface="Arial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04EA7C3-5AEB-497F-AB37-C36CDE4B634B}"/>
              </a:ext>
            </a:extLst>
          </p:cNvPr>
          <p:cNvSpPr txBox="1"/>
          <p:nvPr/>
        </p:nvSpPr>
        <p:spPr bwMode="auto">
          <a:xfrm>
            <a:off x="721779" y="3156985"/>
            <a:ext cx="2734169" cy="255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Heating …</a:t>
            </a:r>
            <a:endParaRPr kumimoji="0" lang="en-US" sz="15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anose="00000500000000000000" pitchFamily="2" charset="0"/>
              <a:cs typeface="Arial"/>
              <a:sym typeface="Arial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042A970C-1729-49D5-A8CC-7C91E951F2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5920" y="2625395"/>
            <a:ext cx="658425" cy="1548518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69CA93AA-65AC-4DF7-8016-A49BFC25E7A0}"/>
              </a:ext>
            </a:extLst>
          </p:cNvPr>
          <p:cNvSpPr/>
          <p:nvPr/>
        </p:nvSpPr>
        <p:spPr bwMode="auto">
          <a:xfrm rot="5400000">
            <a:off x="7575920" y="1249402"/>
            <a:ext cx="1375200" cy="835200"/>
          </a:xfrm>
          <a:prstGeom prst="roundRect">
            <a:avLst>
              <a:gd name="adj" fmla="val 30960"/>
            </a:avLst>
          </a:prstGeom>
          <a:solidFill>
            <a:schemeClr val="accent1">
              <a:lumMod val="75000"/>
            </a:schemeClr>
          </a:solidFill>
          <a:ln w="9525">
            <a:solidFill>
              <a:srgbClr val="9BBA43"/>
            </a:solidFill>
            <a:miter lim="800000"/>
            <a:headEnd/>
            <a:tailEnd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marL="0" marR="0" lvl="0" indent="0" algn="ctr" defTabSz="576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32" name="Rectangle: Top Corners Rounded 31">
            <a:extLst>
              <a:ext uri="{FF2B5EF4-FFF2-40B4-BE49-F238E27FC236}">
                <a16:creationId xmlns:a16="http://schemas.microsoft.com/office/drawing/2014/main" id="{B4EC7AF0-DC6B-4AFE-BAE2-683D9B1F80C2}"/>
              </a:ext>
            </a:extLst>
          </p:cNvPr>
          <p:cNvSpPr/>
          <p:nvPr/>
        </p:nvSpPr>
        <p:spPr bwMode="auto">
          <a:xfrm rot="5400000">
            <a:off x="7934758" y="3555959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marL="0" marR="0" lvl="0" indent="0" algn="ctr" defTabSz="576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33" name="Rectangle: Top Corners Rounded 32">
            <a:extLst>
              <a:ext uri="{FF2B5EF4-FFF2-40B4-BE49-F238E27FC236}">
                <a16:creationId xmlns:a16="http://schemas.microsoft.com/office/drawing/2014/main" id="{6D25475C-DD05-452B-A3C6-8E3F4C6A49D7}"/>
              </a:ext>
            </a:extLst>
          </p:cNvPr>
          <p:cNvSpPr/>
          <p:nvPr/>
        </p:nvSpPr>
        <p:spPr bwMode="auto">
          <a:xfrm rot="16200000">
            <a:off x="7246708" y="3719212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noFill/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38100" dist="25400" dir="10800000" algn="r" rotWithShape="0">
              <a:prstClr val="black">
                <a:alpha val="8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marL="0" marR="0" lvl="0" indent="0" algn="ctr" defTabSz="576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pic>
        <p:nvPicPr>
          <p:cNvPr id="46" name="Picture 45" descr="A white line drawing of a leaf&#10;&#10;Description automatically generated">
            <a:extLst>
              <a:ext uri="{FF2B5EF4-FFF2-40B4-BE49-F238E27FC236}">
                <a16:creationId xmlns:a16="http://schemas.microsoft.com/office/drawing/2014/main" id="{814A2A8E-BF15-4874-86BD-F35BBA87A70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786" y="3683560"/>
            <a:ext cx="310753" cy="310753"/>
          </a:xfrm>
          <a:prstGeom prst="rect">
            <a:avLst/>
          </a:prstGeom>
        </p:spPr>
      </p:pic>
      <p:pic>
        <p:nvPicPr>
          <p:cNvPr id="47" name="Picture 46" descr="A wifi symbol on a black background&#10;&#10;Description automatically generated">
            <a:extLst>
              <a:ext uri="{FF2B5EF4-FFF2-40B4-BE49-F238E27FC236}">
                <a16:creationId xmlns:a16="http://schemas.microsoft.com/office/drawing/2014/main" id="{4F19306C-FED9-46D0-A220-0405849C1B9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8605" y="3640341"/>
            <a:ext cx="361847" cy="361847"/>
          </a:xfrm>
          <a:prstGeom prst="rect">
            <a:avLst/>
          </a:prstGeom>
        </p:spPr>
      </p:pic>
      <p:pic>
        <p:nvPicPr>
          <p:cNvPr id="48" name="Picture 47" descr="A white line drawing of gears&#10;&#10;Description automatically generated">
            <a:extLst>
              <a:ext uri="{FF2B5EF4-FFF2-40B4-BE49-F238E27FC236}">
                <a16:creationId xmlns:a16="http://schemas.microsoft.com/office/drawing/2014/main" id="{324039B2-0B49-434B-AF90-0E9293FA505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41" y="3650398"/>
            <a:ext cx="348820" cy="348820"/>
          </a:xfrm>
          <a:prstGeom prst="rect">
            <a:avLst/>
          </a:prstGeom>
        </p:spPr>
      </p:pic>
      <p:pic>
        <p:nvPicPr>
          <p:cNvPr id="49" name="Picture 33">
            <a:extLst>
              <a:ext uri="{FF2B5EF4-FFF2-40B4-BE49-F238E27FC236}">
                <a16:creationId xmlns:a16="http://schemas.microsoft.com/office/drawing/2014/main" id="{82A1A586-C22D-4F0E-A071-BA671B11B9A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2518095" y="3681857"/>
            <a:ext cx="313314" cy="313314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C5CB165-F86C-4AF1-9C8E-458967143C98}"/>
              </a:ext>
            </a:extLst>
          </p:cNvPr>
          <p:cNvSpPr txBox="1"/>
          <p:nvPr/>
        </p:nvSpPr>
        <p:spPr bwMode="auto">
          <a:xfrm>
            <a:off x="460361" y="3994915"/>
            <a:ext cx="656785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SETTINGS</a:t>
            </a:r>
            <a:endParaRPr kumimoji="0" lang="en-US" sz="800" b="1" i="0" u="none" strike="noStrike" kern="0" cap="all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anose="00000500000000000000" pitchFamily="2" charset="0"/>
              <a:cs typeface="Arial"/>
              <a:sym typeface="Arial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6310393-A6CE-4582-B54E-CB601560EFA7}"/>
              </a:ext>
            </a:extLst>
          </p:cNvPr>
          <p:cNvSpPr txBox="1"/>
          <p:nvPr/>
        </p:nvSpPr>
        <p:spPr bwMode="auto">
          <a:xfrm>
            <a:off x="1129279" y="3990366"/>
            <a:ext cx="656785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PRESENCE</a:t>
            </a:r>
            <a:endParaRPr kumimoji="0" lang="en-US" sz="800" b="1" i="0" u="none" strike="noStrike" kern="0" cap="all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anose="00000500000000000000" pitchFamily="2" charset="0"/>
              <a:cs typeface="Arial"/>
              <a:sym typeface="Arial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AF069F3-30F9-49D1-AEB2-E06BBEE7BF7B}"/>
              </a:ext>
            </a:extLst>
          </p:cNvPr>
          <p:cNvSpPr txBox="1"/>
          <p:nvPr/>
        </p:nvSpPr>
        <p:spPr bwMode="auto">
          <a:xfrm>
            <a:off x="1725408" y="3990366"/>
            <a:ext cx="656785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MODE</a:t>
            </a:r>
            <a:endParaRPr kumimoji="0" lang="en-US" sz="800" b="1" i="0" u="none" strike="noStrike" kern="0" cap="all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anose="00000500000000000000" pitchFamily="2" charset="0"/>
              <a:cs typeface="Arial"/>
              <a:sym typeface="Arial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376BA64-E8BD-4325-A027-E1F104FE60E6}"/>
              </a:ext>
            </a:extLst>
          </p:cNvPr>
          <p:cNvSpPr txBox="1"/>
          <p:nvPr/>
        </p:nvSpPr>
        <p:spPr bwMode="auto">
          <a:xfrm>
            <a:off x="2321537" y="3990366"/>
            <a:ext cx="743757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COMMAND</a:t>
            </a:r>
            <a:endParaRPr kumimoji="0" lang="en-US" sz="800" b="1" i="0" u="none" strike="noStrike" kern="0" cap="all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anose="00000500000000000000" pitchFamily="2" charset="0"/>
              <a:cs typeface="Arial"/>
              <a:sym typeface="Arial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5439ED3-F699-4936-8F63-57AD2A19A868}"/>
              </a:ext>
            </a:extLst>
          </p:cNvPr>
          <p:cNvSpPr txBox="1"/>
          <p:nvPr/>
        </p:nvSpPr>
        <p:spPr bwMode="auto">
          <a:xfrm>
            <a:off x="2995541" y="3990366"/>
            <a:ext cx="743757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CONNECT</a:t>
            </a:r>
            <a:endParaRPr kumimoji="0" lang="en-US" sz="800" b="1" i="0" u="none" strike="noStrike" kern="0" cap="all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anose="00000500000000000000" pitchFamily="2" charset="0"/>
              <a:cs typeface="Arial"/>
              <a:sym typeface="Arial"/>
            </a:endParaRPr>
          </a:p>
        </p:txBody>
      </p:sp>
      <p:pic>
        <p:nvPicPr>
          <p:cNvPr id="55" name="Graphic 54" descr="Man outline">
            <a:extLst>
              <a:ext uri="{FF2B5EF4-FFF2-40B4-BE49-F238E27FC236}">
                <a16:creationId xmlns:a16="http://schemas.microsoft.com/office/drawing/2014/main" id="{6521AB97-5501-43F3-9FED-84323E72A4E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84751" y="3636439"/>
            <a:ext cx="348958" cy="348958"/>
          </a:xfrm>
          <a:prstGeom prst="rect">
            <a:avLst/>
          </a:prstGeom>
        </p:spPr>
      </p:pic>
      <p:sp>
        <p:nvSpPr>
          <p:cNvPr id="56" name="Double Bracket 55">
            <a:extLst>
              <a:ext uri="{FF2B5EF4-FFF2-40B4-BE49-F238E27FC236}">
                <a16:creationId xmlns:a16="http://schemas.microsoft.com/office/drawing/2014/main" id="{24B9FAB8-7F76-49AD-A72E-671711388D37}"/>
              </a:ext>
            </a:extLst>
          </p:cNvPr>
          <p:cNvSpPr/>
          <p:nvPr/>
        </p:nvSpPr>
        <p:spPr>
          <a:xfrm>
            <a:off x="1312195" y="3671885"/>
            <a:ext cx="298170" cy="302658"/>
          </a:xfrm>
          <a:prstGeom prst="bracketPair">
            <a:avLst/>
          </a:prstGeom>
          <a:ln w="9525">
            <a:solidFill>
              <a:schemeClr val="bg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CF04AF-E282-4CAC-9195-5EDC2A04E6A4}"/>
              </a:ext>
            </a:extLst>
          </p:cNvPr>
          <p:cNvSpPr/>
          <p:nvPr/>
        </p:nvSpPr>
        <p:spPr>
          <a:xfrm>
            <a:off x="2375631" y="2074375"/>
            <a:ext cx="338554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IN" sz="3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3" panose="020B0503030403020204" pitchFamily="34" charset="0"/>
                <a:cs typeface="Arial"/>
                <a:sym typeface="Arial"/>
              </a:rPr>
              <a:t>°</a:t>
            </a:r>
            <a:endParaRPr kumimoji="0" lang="en-US" sz="3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ource Sans 3" panose="020B0503030403020204" pitchFamily="34" charset="0"/>
              <a:cs typeface="Arial"/>
              <a:sym typeface="Arial"/>
            </a:endParaRPr>
          </a:p>
        </p:txBody>
      </p:sp>
      <p:sp>
        <p:nvSpPr>
          <p:cNvPr id="57" name="Block Arc 56">
            <a:extLst>
              <a:ext uri="{FF2B5EF4-FFF2-40B4-BE49-F238E27FC236}">
                <a16:creationId xmlns:a16="http://schemas.microsoft.com/office/drawing/2014/main" id="{6DF79B21-3A1B-42D0-B4D1-20B8FFC76E43}"/>
              </a:ext>
            </a:extLst>
          </p:cNvPr>
          <p:cNvSpPr/>
          <p:nvPr/>
        </p:nvSpPr>
        <p:spPr bwMode="auto">
          <a:xfrm rot="18000000">
            <a:off x="1357444" y="1813979"/>
            <a:ext cx="1387064" cy="1387064"/>
          </a:xfrm>
          <a:prstGeom prst="blockArc">
            <a:avLst>
              <a:gd name="adj1" fmla="val 20665854"/>
              <a:gd name="adj2" fmla="val 3233877"/>
              <a:gd name="adj3" fmla="val 2599"/>
            </a:avLst>
          </a:prstGeom>
          <a:solidFill>
            <a:srgbClr val="F97414"/>
          </a:solidFill>
          <a:ln w="9525">
            <a:noFill/>
            <a:miter lim="800000"/>
            <a:headEnd/>
            <a:tailEnd/>
          </a:ln>
          <a:effectLst>
            <a:glow rad="50800">
              <a:srgbClr val="FF3300">
                <a:alpha val="40000"/>
              </a:srgbClr>
            </a:glow>
          </a:effectLst>
        </p:spPr>
        <p:txBody>
          <a:bodyPr wrap="square" lIns="72000" tIns="72000" rIns="72000" bIns="72000" rtlCol="0" anchor="ctr"/>
          <a:lstStyle/>
          <a:p>
            <a:pPr marL="0" marR="0" lvl="0" indent="0" algn="ctr" defTabSz="576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58" name="Block Arc 57">
            <a:extLst>
              <a:ext uri="{FF2B5EF4-FFF2-40B4-BE49-F238E27FC236}">
                <a16:creationId xmlns:a16="http://schemas.microsoft.com/office/drawing/2014/main" id="{68DAEC18-AD3D-4A7A-914C-55B10D6895E3}"/>
              </a:ext>
            </a:extLst>
          </p:cNvPr>
          <p:cNvSpPr/>
          <p:nvPr/>
        </p:nvSpPr>
        <p:spPr bwMode="auto">
          <a:xfrm rot="11700000">
            <a:off x="1357869" y="1813978"/>
            <a:ext cx="1387064" cy="1387064"/>
          </a:xfrm>
          <a:prstGeom prst="blockArc">
            <a:avLst>
              <a:gd name="adj1" fmla="val 20665854"/>
              <a:gd name="adj2" fmla="val 3233877"/>
              <a:gd name="adj3" fmla="val 2599"/>
            </a:avLst>
          </a:prstGeom>
          <a:solidFill>
            <a:schemeClr val="tx2">
              <a:lumMod val="60000"/>
              <a:lumOff val="40000"/>
            </a:schemeClr>
          </a:solidFill>
          <a:ln w="9525">
            <a:noFill/>
            <a:miter lim="800000"/>
            <a:headEnd/>
            <a:tailEnd/>
          </a:ln>
          <a:effectLst>
            <a:glow rad="50800">
              <a:schemeClr val="accent1">
                <a:lumMod val="60000"/>
                <a:lumOff val="40000"/>
                <a:alpha val="40000"/>
              </a:schemeClr>
            </a:glow>
          </a:effectLst>
        </p:spPr>
        <p:txBody>
          <a:bodyPr wrap="square" lIns="72000" tIns="72000" rIns="72000" bIns="72000" rtlCol="0" anchor="ctr"/>
          <a:lstStyle/>
          <a:p>
            <a:pPr marL="0" marR="0" lvl="0" indent="0" algn="ctr" defTabSz="576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908238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0A84F84-A86F-4A5D-9089-454D1EF68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(temp / design draft) – tutorial idea (TODO</a:t>
            </a:r>
            <a:br>
              <a:rPr lang="en-US" dirty="0"/>
            </a:b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315EC6-B4F2-43EB-A549-C445226BC6F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414843-5D75-4F78-9E9D-92D9A76FAA3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7836138-F545-4D21-B692-A06AE8077B06}"/>
              </a:ext>
            </a:extLst>
          </p:cNvPr>
          <p:cNvGrpSpPr/>
          <p:nvPr/>
        </p:nvGrpSpPr>
        <p:grpSpPr>
          <a:xfrm>
            <a:off x="143334" y="634467"/>
            <a:ext cx="2339516" cy="2074613"/>
            <a:chOff x="98884" y="780517"/>
            <a:chExt cx="3623976" cy="321363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C24E6C4-1357-43B5-ABF5-5EF413724E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0278" y="902755"/>
              <a:ext cx="3112182" cy="2929469"/>
            </a:xfrm>
            <a:prstGeom prst="rect">
              <a:avLst/>
            </a:prstGeom>
          </p:spPr>
        </p:pic>
        <p:sp>
          <p:nvSpPr>
            <p:cNvPr id="7" name="Rectangle: Top Corners Rounded 6">
              <a:extLst>
                <a:ext uri="{FF2B5EF4-FFF2-40B4-BE49-F238E27FC236}">
                  <a16:creationId xmlns:a16="http://schemas.microsoft.com/office/drawing/2014/main" id="{0B02BF64-28D0-4A15-97A1-DFB49925E9C3}"/>
                </a:ext>
              </a:extLst>
            </p:cNvPr>
            <p:cNvSpPr/>
            <p:nvPr/>
          </p:nvSpPr>
          <p:spPr bwMode="auto">
            <a:xfrm rot="5400000">
              <a:off x="-27624" y="2041058"/>
              <a:ext cx="1375200" cy="658425"/>
            </a:xfrm>
            <a:prstGeom prst="round2SameRect">
              <a:avLst>
                <a:gd name="adj1" fmla="val 44038"/>
                <a:gd name="adj2" fmla="val 0"/>
              </a:avLst>
            </a:prstGeom>
            <a:solidFill>
              <a:srgbClr val="086259">
                <a:alpha val="34902"/>
              </a:srgbClr>
            </a:solidFill>
            <a:ln w="12700">
              <a:solidFill>
                <a:srgbClr val="9BBA43"/>
              </a:solidFill>
              <a:miter lim="800000"/>
              <a:headEnd/>
              <a:tailEnd/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  <p:txBody>
            <a:bodyPr wrap="square" lIns="72000" tIns="72000" rIns="72000" bIns="72000" rtlCol="0" anchor="ctr"/>
            <a:lstStyle/>
            <a:p>
              <a:pPr algn="ctr" defTabSz="576000" eaLnBrk="0" hangingPunct="0">
                <a:lnSpc>
                  <a:spcPct val="120000"/>
                </a:lnSpc>
              </a:pPr>
              <a:endParaRPr lang="en-US" sz="1600" baseline="0" dirty="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5D379DB-F747-457E-9AF5-4BD7FB98761D}"/>
                </a:ext>
              </a:extLst>
            </p:cNvPr>
            <p:cNvSpPr/>
            <p:nvPr/>
          </p:nvSpPr>
          <p:spPr bwMode="auto">
            <a:xfrm>
              <a:off x="98884" y="780517"/>
              <a:ext cx="317971" cy="3213634"/>
            </a:xfrm>
            <a:prstGeom prst="rect">
              <a:avLst/>
            </a:prstGeom>
            <a:solidFill>
              <a:srgbClr val="BFBFBF"/>
            </a:solidFill>
            <a:ln w="9525">
              <a:noFill/>
              <a:miter lim="800000"/>
              <a:headEnd/>
              <a:tailEnd/>
            </a:ln>
          </p:spPr>
          <p:txBody>
            <a:bodyPr wrap="square" lIns="72000" tIns="72000" rIns="72000" bIns="72000" rtlCol="0" anchor="ctr"/>
            <a:lstStyle/>
            <a:p>
              <a:pPr algn="ctr" defTabSz="576000" eaLnBrk="0" hangingPunct="0">
                <a:lnSpc>
                  <a:spcPct val="120000"/>
                </a:lnSpc>
              </a:pPr>
              <a:endParaRPr lang="en-US" sz="1600" baseline="0" dirty="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2553A0E-35EE-485F-9597-1DC838CB6831}"/>
                </a:ext>
              </a:extLst>
            </p:cNvPr>
            <p:cNvSpPr/>
            <p:nvPr/>
          </p:nvSpPr>
          <p:spPr bwMode="auto">
            <a:xfrm>
              <a:off x="3404889" y="780517"/>
              <a:ext cx="317971" cy="3213634"/>
            </a:xfrm>
            <a:prstGeom prst="rect">
              <a:avLst/>
            </a:prstGeom>
            <a:solidFill>
              <a:srgbClr val="BFBFBF"/>
            </a:solidFill>
            <a:ln w="9525">
              <a:noFill/>
              <a:miter lim="800000"/>
              <a:headEnd/>
              <a:tailEnd/>
            </a:ln>
          </p:spPr>
          <p:txBody>
            <a:bodyPr wrap="square" lIns="72000" tIns="72000" rIns="72000" bIns="72000" rtlCol="0" anchor="ctr"/>
            <a:lstStyle/>
            <a:p>
              <a:pPr algn="ctr" defTabSz="576000" eaLnBrk="0" hangingPunct="0">
                <a:lnSpc>
                  <a:spcPct val="120000"/>
                </a:lnSpc>
              </a:pPr>
              <a:endParaRPr lang="en-US" sz="1600" baseline="0" dirty="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48937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DFE29-54AA-B8CF-9B6A-F8A585933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6407AF27-CB55-D700-A9B0-DC47890E68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9962" y="1125233"/>
            <a:ext cx="3303038" cy="3303038"/>
          </a:xfrm>
          <a:prstGeom prst="rect">
            <a:avLst/>
          </a:prstGeom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4A0BEF2B-92B9-A0C7-6109-44316CDDE8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Montserrat" panose="00000500000000000000" pitchFamily="2" charset="0"/>
              </a:rPr>
              <a:t>Active screen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9EBD49-38F2-88D6-4E37-C84FB9F7FEC1}"/>
              </a:ext>
            </a:extLst>
          </p:cNvPr>
          <p:cNvSpPr txBox="1"/>
          <p:nvPr/>
        </p:nvSpPr>
        <p:spPr bwMode="auto">
          <a:xfrm>
            <a:off x="3029712" y="1374735"/>
            <a:ext cx="1422563" cy="4594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2700" b="1" spc="90" dirty="0">
                <a:solidFill>
                  <a:srgbClr val="FFFFFF"/>
                </a:solidFill>
                <a:latin typeface="Montserrat" panose="00000500000000000000" pitchFamily="2" charset="0"/>
              </a:rPr>
              <a:t>08:45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5D02D8-7BEB-CA7E-6D3D-9CD02DC653E3}"/>
              </a:ext>
            </a:extLst>
          </p:cNvPr>
          <p:cNvSpPr txBox="1"/>
          <p:nvPr/>
        </p:nvSpPr>
        <p:spPr bwMode="auto">
          <a:xfrm>
            <a:off x="3029712" y="1190808"/>
            <a:ext cx="1304175" cy="255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1500" b="1" dirty="0">
                <a:solidFill>
                  <a:srgbClr val="FFFFFF"/>
                </a:solidFill>
                <a:latin typeface="Montserrat" panose="00000500000000000000" pitchFamily="2" charset="0"/>
              </a:rPr>
              <a:t>Mon, 06 Aug</a:t>
            </a:r>
            <a:endParaRPr lang="en-US" sz="1500" b="1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B560E93-3532-13A1-A2F9-03CB4E19A19A}"/>
              </a:ext>
            </a:extLst>
          </p:cNvPr>
          <p:cNvSpPr txBox="1"/>
          <p:nvPr/>
        </p:nvSpPr>
        <p:spPr bwMode="auto">
          <a:xfrm>
            <a:off x="2009358" y="416768"/>
            <a:ext cx="48017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214313" indent="-214313" defTabSz="685800" fontAlgn="base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sz="100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Control of temperature and fan speed for the selected room</a:t>
            </a:r>
          </a:p>
          <a:p>
            <a:pPr marL="214313" indent="-214313" defTabSz="685800" fontAlgn="base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sz="100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Can timeout and go to “Idle” screen</a:t>
            </a:r>
            <a:endParaRPr lang="en-US" sz="1000" kern="1200" dirty="0">
              <a:solidFill>
                <a:srgbClr val="1D1D1D"/>
              </a:solidFill>
              <a:latin typeface="Arial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5E30BD-1449-A11F-8E28-298C459A3587}"/>
              </a:ext>
            </a:extLst>
          </p:cNvPr>
          <p:cNvSpPr txBox="1"/>
          <p:nvPr/>
        </p:nvSpPr>
        <p:spPr bwMode="auto">
          <a:xfrm>
            <a:off x="4631102" y="1319668"/>
            <a:ext cx="1075289" cy="2375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algn="r"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b="1" dirty="0">
                <a:solidFill>
                  <a:srgbClr val="FFFFFF"/>
                </a:solidFill>
                <a:latin typeface="Montserrat" panose="00000500000000000000" pitchFamily="2" charset="0"/>
              </a:rPr>
              <a:t>3</a:t>
            </a:r>
            <a:r>
              <a:rPr lang="en-IN" b="1" i="0" dirty="0">
                <a:solidFill>
                  <a:srgbClr val="EEF0FF"/>
                </a:solidFill>
                <a:effectLst/>
                <a:latin typeface="Montserrat" panose="00000500000000000000" pitchFamily="2" charset="0"/>
              </a:rPr>
              <a:t>°c </a:t>
            </a:r>
            <a:r>
              <a:rPr lang="en-IN" b="1" dirty="0">
                <a:solidFill>
                  <a:srgbClr val="FFFFFF"/>
                </a:solidFill>
                <a:latin typeface="Montserrat" panose="00000500000000000000" pitchFamily="2" charset="0"/>
              </a:rPr>
              <a:t>Cloudy</a:t>
            </a:r>
            <a:endParaRPr lang="en-US" b="1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  <p:sp>
        <p:nvSpPr>
          <p:cNvPr id="59" name="Isosceles Triangle 58">
            <a:extLst>
              <a:ext uri="{FF2B5EF4-FFF2-40B4-BE49-F238E27FC236}">
                <a16:creationId xmlns:a16="http://schemas.microsoft.com/office/drawing/2014/main" id="{9BABA642-2E7A-4231-A37D-10B34EB443F5}"/>
              </a:ext>
            </a:extLst>
          </p:cNvPr>
          <p:cNvSpPr/>
          <p:nvPr/>
        </p:nvSpPr>
        <p:spPr bwMode="auto">
          <a:xfrm>
            <a:off x="4443953" y="2045917"/>
            <a:ext cx="243281" cy="144345"/>
          </a:xfrm>
          <a:prstGeom prst="triangle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</a:pPr>
            <a:endParaRPr lang="en-US" sz="1200" kern="1200" dirty="0">
              <a:solidFill>
                <a:srgbClr val="FFFFFF"/>
              </a:solidFill>
              <a:ea typeface="+mn-ea"/>
            </a:endParaRPr>
          </a:p>
        </p:txBody>
      </p:sp>
      <p:sp>
        <p:nvSpPr>
          <p:cNvPr id="61" name="Isosceles Triangle 60">
            <a:extLst>
              <a:ext uri="{FF2B5EF4-FFF2-40B4-BE49-F238E27FC236}">
                <a16:creationId xmlns:a16="http://schemas.microsoft.com/office/drawing/2014/main" id="{97F65FDA-E5B6-5533-F29C-B27287F5237A}"/>
              </a:ext>
            </a:extLst>
          </p:cNvPr>
          <p:cNvSpPr/>
          <p:nvPr/>
        </p:nvSpPr>
        <p:spPr bwMode="auto">
          <a:xfrm rot="10800000">
            <a:off x="4443954" y="3121189"/>
            <a:ext cx="243281" cy="144345"/>
          </a:xfrm>
          <a:prstGeom prst="triangle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</a:pPr>
            <a:endParaRPr lang="en-US" sz="1200" kern="1200" dirty="0">
              <a:solidFill>
                <a:srgbClr val="FFFFFF"/>
              </a:solidFill>
              <a:ea typeface="+mn-ea"/>
            </a:endParaRPr>
          </a:p>
        </p:txBody>
      </p:sp>
      <p:pic>
        <p:nvPicPr>
          <p:cNvPr id="1030" name="Picture 1029" descr="A black background with a circular design&#10;&#10;Description automatically generated">
            <a:extLst>
              <a:ext uri="{FF2B5EF4-FFF2-40B4-BE49-F238E27FC236}">
                <a16:creationId xmlns:a16="http://schemas.microsoft.com/office/drawing/2014/main" id="{153AAD21-137E-65C9-E0CE-D54982107247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7152" y="3076159"/>
            <a:ext cx="386261" cy="38626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B6910AC-DD2F-66FD-CECA-AC8AE2DD98A6}"/>
              </a:ext>
            </a:extLst>
          </p:cNvPr>
          <p:cNvSpPr txBox="1"/>
          <p:nvPr/>
        </p:nvSpPr>
        <p:spPr bwMode="auto">
          <a:xfrm>
            <a:off x="4060251" y="2089537"/>
            <a:ext cx="1566853" cy="1021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US" sz="6000" b="1" dirty="0">
                <a:solidFill>
                  <a:srgbClr val="FFFFFF"/>
                </a:solidFill>
                <a:latin typeface="Montserrat" panose="00000500000000000000" pitchFamily="2" charset="0"/>
              </a:rPr>
              <a:t>22</a:t>
            </a:r>
            <a:r>
              <a:rPr lang="en-IN" sz="3000" kern="1200" dirty="0">
                <a:solidFill>
                  <a:srgbClr val="FFFFFF"/>
                </a:solidFill>
                <a:latin typeface="Montserrat" panose="00000500000000000000" pitchFamily="2" charset="0"/>
              </a:rPr>
              <a:t>°</a:t>
            </a:r>
            <a:r>
              <a:rPr lang="en-IN" sz="2100" kern="1200" dirty="0">
                <a:solidFill>
                  <a:srgbClr val="FFFFFF"/>
                </a:solidFill>
                <a:latin typeface="Montserrat" panose="00000500000000000000" pitchFamily="2" charset="0"/>
              </a:rPr>
              <a:t>C</a:t>
            </a:r>
            <a:endParaRPr lang="en-US" sz="4050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EDC224-B479-C2A2-3C76-DF4DC4803124}"/>
              </a:ext>
            </a:extLst>
          </p:cNvPr>
          <p:cNvSpPr txBox="1"/>
          <p:nvPr/>
        </p:nvSpPr>
        <p:spPr bwMode="auto">
          <a:xfrm>
            <a:off x="426848" y="677642"/>
            <a:ext cx="4572000" cy="2539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Heating</a:t>
            </a: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  <p:pic>
        <p:nvPicPr>
          <p:cNvPr id="19" name="Picture 18" descr="A white line drawing of a leaf&#10;&#10;Description automatically generated">
            <a:extLst>
              <a:ext uri="{FF2B5EF4-FFF2-40B4-BE49-F238E27FC236}">
                <a16:creationId xmlns:a16="http://schemas.microsoft.com/office/drawing/2014/main" id="{8069FC76-5D75-6E52-4714-0A109EA6B40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0219" y="3935183"/>
            <a:ext cx="310753" cy="310753"/>
          </a:xfrm>
          <a:prstGeom prst="rect">
            <a:avLst/>
          </a:prstGeom>
        </p:spPr>
      </p:pic>
      <p:pic>
        <p:nvPicPr>
          <p:cNvPr id="22" name="Picture 21" descr="A wifi symbol on a black background&#10;&#10;Description automatically generated">
            <a:extLst>
              <a:ext uri="{FF2B5EF4-FFF2-40B4-BE49-F238E27FC236}">
                <a16:creationId xmlns:a16="http://schemas.microsoft.com/office/drawing/2014/main" id="{646C879D-6AC6-5D7A-2092-24FA37CA918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038" y="3891964"/>
            <a:ext cx="361847" cy="361847"/>
          </a:xfrm>
          <a:prstGeom prst="rect">
            <a:avLst/>
          </a:prstGeom>
        </p:spPr>
      </p:pic>
      <p:pic>
        <p:nvPicPr>
          <p:cNvPr id="24" name="Picture 23" descr="A white line drawing of gears&#10;&#10;Description automatically generated">
            <a:extLst>
              <a:ext uri="{FF2B5EF4-FFF2-40B4-BE49-F238E27FC236}">
                <a16:creationId xmlns:a16="http://schemas.microsoft.com/office/drawing/2014/main" id="{F69BA942-6326-CF81-5072-DE9CEC83144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2474" y="3902021"/>
            <a:ext cx="348820" cy="348820"/>
          </a:xfrm>
          <a:prstGeom prst="rect">
            <a:avLst/>
          </a:prstGeom>
        </p:spPr>
      </p:pic>
      <p:pic>
        <p:nvPicPr>
          <p:cNvPr id="33" name="Picture 32" descr="A sun and cloud with black background">
            <a:extLst>
              <a:ext uri="{FF2B5EF4-FFF2-40B4-BE49-F238E27FC236}">
                <a16:creationId xmlns:a16="http://schemas.microsoft.com/office/drawing/2014/main" id="{8E6E62AE-A275-3753-899F-D46C7522E6E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1106" y="1184789"/>
            <a:ext cx="386261" cy="405271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8E67C06-4033-1795-A5D3-596A7C6C0FCE}"/>
              </a:ext>
            </a:extLst>
          </p:cNvPr>
          <p:cNvCxnSpPr>
            <a:cxnSpLocks/>
          </p:cNvCxnSpPr>
          <p:nvPr/>
        </p:nvCxnSpPr>
        <p:spPr>
          <a:xfrm>
            <a:off x="5801705" y="882614"/>
            <a:ext cx="503727" cy="0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E2E62D-B208-AF88-7D63-08BE08B4B275}"/>
              </a:ext>
            </a:extLst>
          </p:cNvPr>
          <p:cNvCxnSpPr>
            <a:cxnSpLocks/>
          </p:cNvCxnSpPr>
          <p:nvPr/>
        </p:nvCxnSpPr>
        <p:spPr>
          <a:xfrm flipH="1">
            <a:off x="5279272" y="881515"/>
            <a:ext cx="531581" cy="445619"/>
          </a:xfrm>
          <a:prstGeom prst="line">
            <a:avLst/>
          </a:prstGeom>
          <a:ln w="9525">
            <a:solidFill>
              <a:schemeClr val="bg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05921FBA-4D58-5E90-B85D-620EA124388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364" y="1047388"/>
            <a:ext cx="1348105" cy="1349029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9286CB0-59C1-9F3A-D84D-F86E4C27D179}"/>
              </a:ext>
            </a:extLst>
          </p:cNvPr>
          <p:cNvSpPr txBox="1"/>
          <p:nvPr/>
        </p:nvSpPr>
        <p:spPr bwMode="auto">
          <a:xfrm>
            <a:off x="4606344" y="1162892"/>
            <a:ext cx="1112489" cy="2042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algn="r"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1200" dirty="0">
                <a:solidFill>
                  <a:srgbClr val="FFFFFF"/>
                </a:solidFill>
                <a:latin typeface="Montserrat" panose="00000500000000000000" pitchFamily="2" charset="0"/>
              </a:rPr>
              <a:t>Nuremberg</a:t>
            </a:r>
            <a:endParaRPr lang="en-US" sz="1200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DE5D89B6-63BC-D0C2-49FE-513F5AD63EF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5038528" y="3933480"/>
            <a:ext cx="313314" cy="313314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3BF952EB-1E3A-1DC7-592D-6616C8AA20F2}"/>
              </a:ext>
            </a:extLst>
          </p:cNvPr>
          <p:cNvSpPr txBox="1"/>
          <p:nvPr/>
        </p:nvSpPr>
        <p:spPr bwMode="auto">
          <a:xfrm>
            <a:off x="6541423" y="1284895"/>
            <a:ext cx="2037776" cy="7386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Placeholder space for weather/ AQI info (updates when connected to internet)</a:t>
            </a: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3007576-845B-5F89-376E-0110A1AD20AB}"/>
              </a:ext>
            </a:extLst>
          </p:cNvPr>
          <p:cNvCxnSpPr>
            <a:cxnSpLocks/>
          </p:cNvCxnSpPr>
          <p:nvPr/>
        </p:nvCxnSpPr>
        <p:spPr>
          <a:xfrm>
            <a:off x="6058992" y="1561895"/>
            <a:ext cx="422041" cy="0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CFB76A8-0972-06E0-DD3F-C6F70AF94F73}"/>
              </a:ext>
            </a:extLst>
          </p:cNvPr>
          <p:cNvSpPr txBox="1"/>
          <p:nvPr/>
        </p:nvSpPr>
        <p:spPr bwMode="auto">
          <a:xfrm>
            <a:off x="6378141" y="2096556"/>
            <a:ext cx="1993603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 Temperature set point value and animation (heating or cooling)</a:t>
            </a:r>
          </a:p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0922163-0E9F-228A-F0D8-3B5B544654B8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6098577" y="2459149"/>
            <a:ext cx="279564" cy="6739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8D50029-77E3-6709-DB35-3CA582F11FAD}"/>
              </a:ext>
            </a:extLst>
          </p:cNvPr>
          <p:cNvSpPr txBox="1"/>
          <p:nvPr/>
        </p:nvSpPr>
        <p:spPr bwMode="auto">
          <a:xfrm>
            <a:off x="705082" y="3421597"/>
            <a:ext cx="1850264" cy="2539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Multi-function status bar</a:t>
            </a: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DD5140F-1481-DFB1-D485-2C9D8C16441B}"/>
              </a:ext>
            </a:extLst>
          </p:cNvPr>
          <p:cNvCxnSpPr>
            <a:cxnSpLocks/>
          </p:cNvCxnSpPr>
          <p:nvPr/>
        </p:nvCxnSpPr>
        <p:spPr>
          <a:xfrm flipH="1">
            <a:off x="2537805" y="3548555"/>
            <a:ext cx="571155" cy="0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542335C-8BA1-AA0A-58D7-400DCDFEAD36}"/>
              </a:ext>
            </a:extLst>
          </p:cNvPr>
          <p:cNvCxnSpPr>
            <a:cxnSpLocks/>
          </p:cNvCxnSpPr>
          <p:nvPr/>
        </p:nvCxnSpPr>
        <p:spPr>
          <a:xfrm flipH="1">
            <a:off x="2544870" y="4054671"/>
            <a:ext cx="615980" cy="0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ADAB6FD-BAEF-75E1-DD47-FD3C2293540F}"/>
              </a:ext>
            </a:extLst>
          </p:cNvPr>
          <p:cNvSpPr txBox="1"/>
          <p:nvPr/>
        </p:nvSpPr>
        <p:spPr bwMode="auto">
          <a:xfrm>
            <a:off x="1047117" y="3871894"/>
            <a:ext cx="1586705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Settings / personalization</a:t>
            </a: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  <p:sp>
        <p:nvSpPr>
          <p:cNvPr id="1028" name="TextBox 1027">
            <a:extLst>
              <a:ext uri="{FF2B5EF4-FFF2-40B4-BE49-F238E27FC236}">
                <a16:creationId xmlns:a16="http://schemas.microsoft.com/office/drawing/2014/main" id="{68311B3E-AC05-3F62-6323-3CE0DCD3ACEE}"/>
              </a:ext>
            </a:extLst>
          </p:cNvPr>
          <p:cNvSpPr txBox="1"/>
          <p:nvPr/>
        </p:nvSpPr>
        <p:spPr bwMode="auto">
          <a:xfrm>
            <a:off x="6333667" y="667167"/>
            <a:ext cx="1586705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Background / </a:t>
            </a:r>
          </a:p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color gradient</a:t>
            </a: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  <p:cxnSp>
        <p:nvCxnSpPr>
          <p:cNvPr id="1029" name="Straight Arrow Connector 1028">
            <a:extLst>
              <a:ext uri="{FF2B5EF4-FFF2-40B4-BE49-F238E27FC236}">
                <a16:creationId xmlns:a16="http://schemas.microsoft.com/office/drawing/2014/main" id="{D2C5345B-D86C-9197-FAAD-224CECE0A085}"/>
              </a:ext>
            </a:extLst>
          </p:cNvPr>
          <p:cNvCxnSpPr>
            <a:cxnSpLocks/>
          </p:cNvCxnSpPr>
          <p:nvPr/>
        </p:nvCxnSpPr>
        <p:spPr>
          <a:xfrm>
            <a:off x="5801705" y="882614"/>
            <a:ext cx="503727" cy="0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Straight Connector 1030">
            <a:extLst>
              <a:ext uri="{FF2B5EF4-FFF2-40B4-BE49-F238E27FC236}">
                <a16:creationId xmlns:a16="http://schemas.microsoft.com/office/drawing/2014/main" id="{A9DB4332-85DD-ECF0-F198-C326D7B98E3B}"/>
              </a:ext>
            </a:extLst>
          </p:cNvPr>
          <p:cNvCxnSpPr>
            <a:cxnSpLocks/>
          </p:cNvCxnSpPr>
          <p:nvPr/>
        </p:nvCxnSpPr>
        <p:spPr>
          <a:xfrm flipH="1">
            <a:off x="5279272" y="881515"/>
            <a:ext cx="531581" cy="445619"/>
          </a:xfrm>
          <a:prstGeom prst="line">
            <a:avLst/>
          </a:prstGeom>
          <a:ln w="9525">
            <a:solidFill>
              <a:schemeClr val="bg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4" name="Isosceles Triangle 1033">
            <a:extLst>
              <a:ext uri="{FF2B5EF4-FFF2-40B4-BE49-F238E27FC236}">
                <a16:creationId xmlns:a16="http://schemas.microsoft.com/office/drawing/2014/main" id="{5E9FE773-0881-CDD1-8D2C-422331C19F79}"/>
              </a:ext>
            </a:extLst>
          </p:cNvPr>
          <p:cNvSpPr/>
          <p:nvPr/>
        </p:nvSpPr>
        <p:spPr bwMode="auto">
          <a:xfrm>
            <a:off x="5786833" y="2470381"/>
            <a:ext cx="243281" cy="144345"/>
          </a:xfrm>
          <a:prstGeom prst="triangle">
            <a:avLst/>
          </a:prstGeom>
          <a:solidFill>
            <a:srgbClr val="FB4747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</a:pPr>
            <a:endParaRPr lang="en-US" sz="1200" kern="1200" dirty="0">
              <a:solidFill>
                <a:srgbClr val="FFFFFF"/>
              </a:solidFill>
              <a:ea typeface="+mn-ea"/>
            </a:endParaRPr>
          </a:p>
        </p:txBody>
      </p:sp>
      <p:sp>
        <p:nvSpPr>
          <p:cNvPr id="1035" name="Isosceles Triangle 1034">
            <a:extLst>
              <a:ext uri="{FF2B5EF4-FFF2-40B4-BE49-F238E27FC236}">
                <a16:creationId xmlns:a16="http://schemas.microsoft.com/office/drawing/2014/main" id="{77A0EED2-0FAA-FF6C-8806-8F81424BDCE8}"/>
              </a:ext>
            </a:extLst>
          </p:cNvPr>
          <p:cNvSpPr/>
          <p:nvPr/>
        </p:nvSpPr>
        <p:spPr bwMode="auto">
          <a:xfrm>
            <a:off x="5809633" y="2642872"/>
            <a:ext cx="197679" cy="117288"/>
          </a:xfrm>
          <a:prstGeom prst="triangle">
            <a:avLst/>
          </a:prstGeom>
          <a:solidFill>
            <a:srgbClr val="FF3F3F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</a:pPr>
            <a:endParaRPr lang="en-US" sz="1200" kern="1200" dirty="0">
              <a:solidFill>
                <a:srgbClr val="FF3300"/>
              </a:solidFill>
              <a:ea typeface="+mn-ea"/>
            </a:endParaRPr>
          </a:p>
        </p:txBody>
      </p:sp>
      <p:sp>
        <p:nvSpPr>
          <p:cNvPr id="1036" name="Isosceles Triangle 1035">
            <a:extLst>
              <a:ext uri="{FF2B5EF4-FFF2-40B4-BE49-F238E27FC236}">
                <a16:creationId xmlns:a16="http://schemas.microsoft.com/office/drawing/2014/main" id="{E3E769B5-9CB8-1743-B1CF-B999D10C9459}"/>
              </a:ext>
            </a:extLst>
          </p:cNvPr>
          <p:cNvSpPr/>
          <p:nvPr/>
        </p:nvSpPr>
        <p:spPr bwMode="auto">
          <a:xfrm>
            <a:off x="5830983" y="2784806"/>
            <a:ext cx="154979" cy="91953"/>
          </a:xfrm>
          <a:prstGeom prst="triangle">
            <a:avLst/>
          </a:prstGeom>
          <a:solidFill>
            <a:srgbClr val="FF5050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</a:pPr>
            <a:endParaRPr lang="en-US" sz="1200" kern="1200" dirty="0">
              <a:solidFill>
                <a:srgbClr val="FFFFFF"/>
              </a:solidFill>
              <a:ea typeface="+mn-ea"/>
            </a:endParaRPr>
          </a:p>
        </p:txBody>
      </p:sp>
      <p:sp>
        <p:nvSpPr>
          <p:cNvPr id="1037" name="TextBox 1036">
            <a:extLst>
              <a:ext uri="{FF2B5EF4-FFF2-40B4-BE49-F238E27FC236}">
                <a16:creationId xmlns:a16="http://schemas.microsoft.com/office/drawing/2014/main" id="{A06A41E9-DA02-AAC2-3385-CD226893CA23}"/>
              </a:ext>
            </a:extLst>
          </p:cNvPr>
          <p:cNvSpPr txBox="1"/>
          <p:nvPr/>
        </p:nvSpPr>
        <p:spPr bwMode="auto">
          <a:xfrm>
            <a:off x="5642681" y="2218763"/>
            <a:ext cx="53158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200" b="1" dirty="0">
                <a:solidFill>
                  <a:srgbClr val="FF3737"/>
                </a:solidFill>
                <a:latin typeface="Montserrat" panose="00000500000000000000" pitchFamily="2" charset="0"/>
              </a:rPr>
              <a:t>24</a:t>
            </a:r>
            <a:r>
              <a:rPr lang="en-US" sz="750" b="1" dirty="0">
                <a:solidFill>
                  <a:srgbClr val="FF3737"/>
                </a:solidFill>
                <a:latin typeface="Montserrat" panose="00000500000000000000" pitchFamily="2" charset="0"/>
              </a:rPr>
              <a:t>°C</a:t>
            </a:r>
            <a:endParaRPr lang="en-US" sz="750" kern="1200" dirty="0">
              <a:solidFill>
                <a:srgbClr val="FF3737"/>
              </a:solidFill>
              <a:latin typeface="Arial" charset="0"/>
            </a:endParaRPr>
          </a:p>
        </p:txBody>
      </p:sp>
      <p:sp>
        <p:nvSpPr>
          <p:cNvPr id="1038" name="TextBox 1037">
            <a:extLst>
              <a:ext uri="{FF2B5EF4-FFF2-40B4-BE49-F238E27FC236}">
                <a16:creationId xmlns:a16="http://schemas.microsoft.com/office/drawing/2014/main" id="{F8358980-F68F-0C63-E66F-F518AB799E61}"/>
              </a:ext>
            </a:extLst>
          </p:cNvPr>
          <p:cNvSpPr txBox="1"/>
          <p:nvPr/>
        </p:nvSpPr>
        <p:spPr bwMode="auto">
          <a:xfrm>
            <a:off x="5570901" y="2045917"/>
            <a:ext cx="713400" cy="2539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b="1" dirty="0">
                <a:solidFill>
                  <a:srgbClr val="FFFFFF">
                    <a:lumMod val="85000"/>
                  </a:srgbClr>
                </a:solidFill>
                <a:latin typeface="Montserrat" panose="00000500000000000000" pitchFamily="2" charset="0"/>
              </a:rPr>
              <a:t>Set to</a:t>
            </a:r>
            <a:endParaRPr lang="en-US" sz="1050" b="1" kern="1200" dirty="0">
              <a:solidFill>
                <a:srgbClr val="FFFFFF">
                  <a:lumMod val="85000"/>
                </a:srgbClr>
              </a:solidFill>
              <a:latin typeface="Arial" charset="0"/>
            </a:endParaRPr>
          </a:p>
        </p:txBody>
      </p:sp>
      <p:sp>
        <p:nvSpPr>
          <p:cNvPr id="1041" name="TextBox 1040">
            <a:extLst>
              <a:ext uri="{FF2B5EF4-FFF2-40B4-BE49-F238E27FC236}">
                <a16:creationId xmlns:a16="http://schemas.microsoft.com/office/drawing/2014/main" id="{BD7F5AED-2465-46D0-0EFA-94FD2A4A8B8C}"/>
              </a:ext>
            </a:extLst>
          </p:cNvPr>
          <p:cNvSpPr txBox="1"/>
          <p:nvPr/>
        </p:nvSpPr>
        <p:spPr bwMode="auto">
          <a:xfrm>
            <a:off x="149119" y="2406200"/>
            <a:ext cx="1443461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0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Older “EW” version</a:t>
            </a:r>
            <a:endParaRPr lang="en-US" sz="1000" kern="1200" dirty="0">
              <a:solidFill>
                <a:srgbClr val="1D1D1D"/>
              </a:solidFill>
              <a:latin typeface="Arial" charset="0"/>
            </a:endParaRPr>
          </a:p>
        </p:txBody>
      </p:sp>
      <p:sp>
        <p:nvSpPr>
          <p:cNvPr id="1044" name="TextBox 1043">
            <a:extLst>
              <a:ext uri="{FF2B5EF4-FFF2-40B4-BE49-F238E27FC236}">
                <a16:creationId xmlns:a16="http://schemas.microsoft.com/office/drawing/2014/main" id="{EDF3AA30-B7F8-74E1-1A62-601ED53B426C}"/>
              </a:ext>
            </a:extLst>
          </p:cNvPr>
          <p:cNvSpPr txBox="1"/>
          <p:nvPr/>
        </p:nvSpPr>
        <p:spPr bwMode="auto">
          <a:xfrm>
            <a:off x="3540358" y="3362372"/>
            <a:ext cx="2057203" cy="4297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algn="ctr"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1500" b="1" dirty="0">
                <a:solidFill>
                  <a:srgbClr val="FFFFFF"/>
                </a:solidFill>
                <a:latin typeface="Montserrat" panose="00000500000000000000" pitchFamily="2" charset="0"/>
              </a:rPr>
              <a:t>… Heating …</a:t>
            </a:r>
          </a:p>
          <a:p>
            <a:pPr algn="ctr"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900" b="1" dirty="0">
                <a:solidFill>
                  <a:srgbClr val="FFFFFF"/>
                </a:solidFill>
                <a:latin typeface="Montserrat" panose="00000500000000000000" pitchFamily="2" charset="0"/>
              </a:rPr>
              <a:t>20 minutes until heated to 24°C</a:t>
            </a:r>
          </a:p>
        </p:txBody>
      </p:sp>
      <p:sp>
        <p:nvSpPr>
          <p:cNvPr id="1045" name="TextBox 1044">
            <a:extLst>
              <a:ext uri="{FF2B5EF4-FFF2-40B4-BE49-F238E27FC236}">
                <a16:creationId xmlns:a16="http://schemas.microsoft.com/office/drawing/2014/main" id="{489FB0DA-D2CE-2F53-E27D-0A94F92FF731}"/>
              </a:ext>
            </a:extLst>
          </p:cNvPr>
          <p:cNvSpPr txBox="1"/>
          <p:nvPr/>
        </p:nvSpPr>
        <p:spPr bwMode="auto">
          <a:xfrm>
            <a:off x="2980794" y="4246538"/>
            <a:ext cx="656785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algn="ctr"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800" b="1" cap="all" dirty="0">
                <a:solidFill>
                  <a:srgbClr val="FFFFFF"/>
                </a:solidFill>
                <a:latin typeface="Montserrat" panose="00000500000000000000" pitchFamily="2" charset="0"/>
              </a:rPr>
              <a:t>SETTINGS</a:t>
            </a:r>
            <a:endParaRPr lang="en-US" sz="800" b="1" cap="all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  <p:sp>
        <p:nvSpPr>
          <p:cNvPr id="1050" name="TextBox 1049">
            <a:extLst>
              <a:ext uri="{FF2B5EF4-FFF2-40B4-BE49-F238E27FC236}">
                <a16:creationId xmlns:a16="http://schemas.microsoft.com/office/drawing/2014/main" id="{8E9B5BF4-B7A7-5B44-CF59-842E48858A97}"/>
              </a:ext>
            </a:extLst>
          </p:cNvPr>
          <p:cNvSpPr txBox="1"/>
          <p:nvPr/>
        </p:nvSpPr>
        <p:spPr bwMode="auto">
          <a:xfrm>
            <a:off x="6691129" y="3846922"/>
            <a:ext cx="1586705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  <a:hlinkClick r:id="" action="ppaction://noaction"/>
              </a:rPr>
              <a:t>Wi-Fi/cloud status and settings</a:t>
            </a: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  <p:cxnSp>
        <p:nvCxnSpPr>
          <p:cNvPr id="1051" name="Straight Arrow Connector 1050">
            <a:extLst>
              <a:ext uri="{FF2B5EF4-FFF2-40B4-BE49-F238E27FC236}">
                <a16:creationId xmlns:a16="http://schemas.microsoft.com/office/drawing/2014/main" id="{2FC525EE-08D7-625E-7D7F-260C2EEBEF60}"/>
              </a:ext>
            </a:extLst>
          </p:cNvPr>
          <p:cNvCxnSpPr>
            <a:cxnSpLocks/>
          </p:cNvCxnSpPr>
          <p:nvPr/>
        </p:nvCxnSpPr>
        <p:spPr>
          <a:xfrm>
            <a:off x="6028126" y="4012187"/>
            <a:ext cx="650108" cy="0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7" name="TextBox 1056">
            <a:extLst>
              <a:ext uri="{FF2B5EF4-FFF2-40B4-BE49-F238E27FC236}">
                <a16:creationId xmlns:a16="http://schemas.microsoft.com/office/drawing/2014/main" id="{EF26CE43-0B61-9B54-F2C0-B8401EDD0A27}"/>
              </a:ext>
            </a:extLst>
          </p:cNvPr>
          <p:cNvSpPr txBox="1"/>
          <p:nvPr/>
        </p:nvSpPr>
        <p:spPr bwMode="auto">
          <a:xfrm>
            <a:off x="1085717" y="2864097"/>
            <a:ext cx="1993603" cy="2539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Current temperature</a:t>
            </a: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51E42D24-7BFD-20AD-814C-C293D292D198}"/>
              </a:ext>
            </a:extLst>
          </p:cNvPr>
          <p:cNvCxnSpPr>
            <a:cxnSpLocks/>
          </p:cNvCxnSpPr>
          <p:nvPr/>
        </p:nvCxnSpPr>
        <p:spPr>
          <a:xfrm flipH="1" flipV="1">
            <a:off x="2706632" y="2976331"/>
            <a:ext cx="1408168" cy="12458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A4470F7-F779-D90A-A006-00D234D7A652}"/>
              </a:ext>
            </a:extLst>
          </p:cNvPr>
          <p:cNvSpPr txBox="1"/>
          <p:nvPr/>
        </p:nvSpPr>
        <p:spPr bwMode="auto">
          <a:xfrm>
            <a:off x="3649712" y="4241989"/>
            <a:ext cx="656785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algn="ctr"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800" b="1" cap="all" dirty="0">
                <a:solidFill>
                  <a:srgbClr val="FFFFFF"/>
                </a:solidFill>
                <a:latin typeface="Montserrat" panose="00000500000000000000" pitchFamily="2" charset="0"/>
              </a:rPr>
              <a:t>PRESENCE</a:t>
            </a:r>
            <a:endParaRPr lang="en-US" sz="800" b="1" cap="all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C2D2E5-9539-73DC-F767-6D00B3C79A52}"/>
              </a:ext>
            </a:extLst>
          </p:cNvPr>
          <p:cNvSpPr txBox="1"/>
          <p:nvPr/>
        </p:nvSpPr>
        <p:spPr bwMode="auto">
          <a:xfrm>
            <a:off x="4245841" y="4241989"/>
            <a:ext cx="656785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algn="ctr"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800" b="1" cap="all" dirty="0">
                <a:solidFill>
                  <a:srgbClr val="FFFFFF"/>
                </a:solidFill>
                <a:latin typeface="Montserrat" panose="00000500000000000000" pitchFamily="2" charset="0"/>
              </a:rPr>
              <a:t>MODE</a:t>
            </a:r>
            <a:endParaRPr lang="en-US" sz="800" b="1" cap="all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D4DF97-1789-5E71-152F-3CD337EDC379}"/>
              </a:ext>
            </a:extLst>
          </p:cNvPr>
          <p:cNvSpPr txBox="1"/>
          <p:nvPr/>
        </p:nvSpPr>
        <p:spPr bwMode="auto">
          <a:xfrm>
            <a:off x="4841970" y="4241989"/>
            <a:ext cx="743757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algn="ctr"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800" b="1" cap="all" dirty="0">
                <a:solidFill>
                  <a:srgbClr val="FFFFFF"/>
                </a:solidFill>
                <a:latin typeface="Montserrat" panose="00000500000000000000" pitchFamily="2" charset="0"/>
              </a:rPr>
              <a:t>COMMAND</a:t>
            </a:r>
            <a:endParaRPr lang="en-US" sz="800" b="1" cap="all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B8199D-E7A6-2CB3-4FBA-8467A93FC70F}"/>
              </a:ext>
            </a:extLst>
          </p:cNvPr>
          <p:cNvSpPr txBox="1"/>
          <p:nvPr/>
        </p:nvSpPr>
        <p:spPr bwMode="auto">
          <a:xfrm>
            <a:off x="5515974" y="4241989"/>
            <a:ext cx="743757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algn="ctr"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800" b="1" cap="all" dirty="0">
                <a:solidFill>
                  <a:srgbClr val="FFFFFF"/>
                </a:solidFill>
                <a:latin typeface="Montserrat" panose="00000500000000000000" pitchFamily="2" charset="0"/>
              </a:rPr>
              <a:t>CONNECT</a:t>
            </a:r>
            <a:endParaRPr lang="en-US" sz="800" b="1" cap="all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  <p:pic>
        <p:nvPicPr>
          <p:cNvPr id="16" name="Graphic 15" descr="Man outline">
            <a:extLst>
              <a:ext uri="{FF2B5EF4-FFF2-40B4-BE49-F238E27FC236}">
                <a16:creationId xmlns:a16="http://schemas.microsoft.com/office/drawing/2014/main" id="{AF8A6BB9-2410-C02C-9CCD-1AA34FCC25A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805184" y="3888062"/>
            <a:ext cx="348958" cy="348958"/>
          </a:xfrm>
          <a:prstGeom prst="rect">
            <a:avLst/>
          </a:prstGeom>
        </p:spPr>
      </p:pic>
      <p:sp>
        <p:nvSpPr>
          <p:cNvPr id="18" name="Double Bracket 17">
            <a:extLst>
              <a:ext uri="{FF2B5EF4-FFF2-40B4-BE49-F238E27FC236}">
                <a16:creationId xmlns:a16="http://schemas.microsoft.com/office/drawing/2014/main" id="{B5B5C988-8716-3C9B-55D0-C8044D4DEDCF}"/>
              </a:ext>
            </a:extLst>
          </p:cNvPr>
          <p:cNvSpPr/>
          <p:nvPr/>
        </p:nvSpPr>
        <p:spPr>
          <a:xfrm>
            <a:off x="3832628" y="3923508"/>
            <a:ext cx="298170" cy="302658"/>
          </a:xfrm>
          <a:prstGeom prst="bracketPair">
            <a:avLst/>
          </a:prstGeom>
          <a:ln w="9525">
            <a:solidFill>
              <a:schemeClr val="bg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ECF811-E97E-5F54-92A9-2161813E2538}"/>
              </a:ext>
            </a:extLst>
          </p:cNvPr>
          <p:cNvSpPr txBox="1"/>
          <p:nvPr/>
        </p:nvSpPr>
        <p:spPr bwMode="auto">
          <a:xfrm>
            <a:off x="5494602" y="3441129"/>
            <a:ext cx="743757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algn="ctr"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800" b="1" cap="all" dirty="0">
                <a:solidFill>
                  <a:srgbClr val="FFFFFF"/>
                </a:solidFill>
                <a:latin typeface="Montserrat" panose="00000500000000000000" pitchFamily="2" charset="0"/>
              </a:rPr>
              <a:t>LOW</a:t>
            </a:r>
            <a:endParaRPr lang="en-US" sz="800" b="1" cap="all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852D4E-3A61-0989-A07F-13923D88764C}"/>
              </a:ext>
            </a:extLst>
          </p:cNvPr>
          <p:cNvSpPr txBox="1"/>
          <p:nvPr/>
        </p:nvSpPr>
        <p:spPr bwMode="auto">
          <a:xfrm>
            <a:off x="1377564" y="4493095"/>
            <a:ext cx="2473940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>
            <a:spAutoFit/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/>
              </a:rPr>
              <a:t>Presence detection enable/disable, detection status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98B7EB-3DBA-7E37-2AA1-01A86E4AECC8}"/>
              </a:ext>
            </a:extLst>
          </p:cNvPr>
          <p:cNvSpPr txBox="1"/>
          <p:nvPr/>
        </p:nvSpPr>
        <p:spPr bwMode="auto">
          <a:xfrm>
            <a:off x="5309542" y="4518684"/>
            <a:ext cx="3080626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/>
              </a:rPr>
              <a:t>Voice input enable/disable, keyword detection status</a:t>
            </a:r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C6ED7B6-E75C-641C-D6CF-3563DB521845}"/>
              </a:ext>
            </a:extLst>
          </p:cNvPr>
          <p:cNvCxnSpPr>
            <a:cxnSpLocks/>
          </p:cNvCxnSpPr>
          <p:nvPr/>
        </p:nvCxnSpPr>
        <p:spPr>
          <a:xfrm>
            <a:off x="5351842" y="4392112"/>
            <a:ext cx="219059" cy="174561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3C60F7A-22DF-FE13-6619-48CD96104C22}"/>
              </a:ext>
            </a:extLst>
          </p:cNvPr>
          <p:cNvSpPr txBox="1"/>
          <p:nvPr/>
        </p:nvSpPr>
        <p:spPr bwMode="auto">
          <a:xfrm>
            <a:off x="3665010" y="4516541"/>
            <a:ext cx="1586705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  <a:hlinkClick r:id="" action="ppaction://noaction"/>
              </a:rPr>
              <a:t>Mode (eco, rapid, auto)</a:t>
            </a: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335883-06C2-D109-E087-FFB23E398F62}"/>
              </a:ext>
            </a:extLst>
          </p:cNvPr>
          <p:cNvCxnSpPr>
            <a:cxnSpLocks/>
          </p:cNvCxnSpPr>
          <p:nvPr/>
        </p:nvCxnSpPr>
        <p:spPr>
          <a:xfrm flipH="1">
            <a:off x="3744685" y="4392112"/>
            <a:ext cx="165541" cy="161751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8843C0F-2F6A-FF71-B547-15E2B8913E3A}"/>
              </a:ext>
            </a:extLst>
          </p:cNvPr>
          <p:cNvCxnSpPr>
            <a:cxnSpLocks/>
          </p:cNvCxnSpPr>
          <p:nvPr/>
        </p:nvCxnSpPr>
        <p:spPr>
          <a:xfrm>
            <a:off x="4571481" y="4428271"/>
            <a:ext cx="519" cy="138402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B1E6449-3053-EBDD-4BCF-F2CC20504196}"/>
              </a:ext>
            </a:extLst>
          </p:cNvPr>
          <p:cNvSpPr txBox="1"/>
          <p:nvPr/>
        </p:nvSpPr>
        <p:spPr bwMode="auto">
          <a:xfrm>
            <a:off x="1523313" y="30657"/>
            <a:ext cx="6278763" cy="25391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View in </a:t>
            </a:r>
            <a:r>
              <a:rPr lang="en-US" sz="1050" kern="1200" dirty="0" err="1">
                <a:solidFill>
                  <a:srgbClr val="1D1D1D"/>
                </a:solidFill>
                <a:latin typeface="Montserrat" panose="00000500000000000000" pitchFamily="2" charset="0"/>
              </a:rPr>
              <a:t>Powerpoint</a:t>
            </a: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 (not in browser) or download to visualize UI mockup accurately</a:t>
            </a: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C23CCEC-36ED-AC14-EEF0-BF3741E09296}"/>
              </a:ext>
            </a:extLst>
          </p:cNvPr>
          <p:cNvCxnSpPr>
            <a:cxnSpLocks/>
          </p:cNvCxnSpPr>
          <p:nvPr/>
        </p:nvCxnSpPr>
        <p:spPr>
          <a:xfrm>
            <a:off x="6253097" y="3270789"/>
            <a:ext cx="278916" cy="0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D9998BB-2317-346E-B44C-75D20E684C5E}"/>
              </a:ext>
            </a:extLst>
          </p:cNvPr>
          <p:cNvSpPr txBox="1"/>
          <p:nvPr/>
        </p:nvSpPr>
        <p:spPr bwMode="auto">
          <a:xfrm>
            <a:off x="6541423" y="3108373"/>
            <a:ext cx="2203912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  <a:hlinkClick r:id="" action="ppaction://noaction"/>
              </a:rPr>
              <a:t>Tap to change fan speed/mode (animated icon)</a:t>
            </a: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29162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HDS" val="True"/>
  <p:tag name="MIO_SKIPVERSION" val="01.01.0001 00:00:00"/>
  <p:tag name="MIO_EKGUID" val="f8120ca7-cceb-428f-a7d0-f20ce9397e1b"/>
  <p:tag name="MIO_UPDATE" val="True"/>
  <p:tag name="MIO_DBID" val="FDE84254-54DB-49E3-9A0E-CDE72035D530"/>
  <p:tag name="MIO_OBJECTNAME" val="Infineon LCD 16:9"/>
  <p:tag name="MIO_SHOW_DATE" val="False"/>
  <p:tag name="MIO_SHOW_FOOTER" val="False"/>
  <p:tag name="MIO_SHOW_PAGENUMBER" val="False"/>
  <p:tag name="MIO_AVOID_BLANK_LAYOUT" val="False"/>
  <p:tag name="MIO_CD_LAYOUT_VALID_AREA" val="False"/>
  <p:tag name="MIO_EMBED_FONT" val="False"/>
  <p:tag name="MIO_MATCH_COLOR_SCHEME" val="True"/>
  <p:tag name="MIO_NUMBER_OF_VALID_LAYOUTS" val="20"/>
  <p:tag name="MIO_FALLBACK_LAYOUT" val="6"/>
  <p:tag name="MIO_VERSION" val="21.10.2024 09:35:17"/>
  <p:tag name="MIO_LASTDOWNLOADED" val="22.10.2024 16:10:15.190"/>
  <p:tag name="MIO_CONTENTTAG" val="31FNeEH/6Eu/4ztoiyaJsw=="/>
  <p:tag name="MIO_CDID" val="e2fc2f9e-d5cf-4311-b3a1-0559b8fd1ab8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Final_ClaimMIOPlaceholderMapping.19MIOPlaceholderMapping-Infineon 16:9MIOPlaceholderMapping.FinalMIOPlaceholderMapping.18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Infineon 16:9">
  <a:themeElements>
    <a:clrScheme name="Infineon 2023 - 2">
      <a:dk1>
        <a:srgbClr val="1D1D1D"/>
      </a:dk1>
      <a:lt1>
        <a:srgbClr val="FFFFFF"/>
      </a:lt1>
      <a:dk2>
        <a:srgbClr val="0A8276"/>
      </a:dk2>
      <a:lt2>
        <a:srgbClr val="8D8786"/>
      </a:lt2>
      <a:accent1>
        <a:srgbClr val="0A8276"/>
      </a:accent1>
      <a:accent2>
        <a:srgbClr val="575352"/>
      </a:accent2>
      <a:accent3>
        <a:srgbClr val="F97414"/>
      </a:accent3>
      <a:accent4>
        <a:srgbClr val="9BBA43"/>
      </a:accent4>
      <a:accent5>
        <a:srgbClr val="FCD442"/>
      </a:accent5>
      <a:accent6>
        <a:srgbClr val="9C216E"/>
      </a:accent6>
      <a:hlink>
        <a:srgbClr val="0A8276"/>
      </a:hlink>
      <a:folHlink>
        <a:srgbClr val="0A8276"/>
      </a:folHlink>
    </a:clrScheme>
    <a:fontScheme name="Infineon">
      <a:majorFont>
        <a:latin typeface="Arial"/>
        <a:ea typeface="Arial Unicode MS"/>
        <a:cs typeface="Arial"/>
      </a:majorFont>
      <a:minorFont>
        <a:latin typeface="Arial"/>
        <a:ea typeface="Arial Unicode MS"/>
        <a:cs typeface="Arial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tx2"/>
        </a:solidFill>
        <a:ln w="9525">
          <a:noFill/>
          <a:miter lim="800000"/>
          <a:headEnd/>
          <a:tailEnd/>
        </a:ln>
      </a:spPr>
      <a:bodyPr wrap="square" lIns="72000" tIns="72000" rIns="72000" bIns="72000" rtlCol="0" anchor="ctr"/>
      <a:lstStyle>
        <a:defPPr algn="ctr" defTabSz="576000" eaLnBrk="0" hangingPunct="0">
          <a:lnSpc>
            <a:spcPct val="120000"/>
          </a:lnSpc>
          <a:defRPr sz="1600" baseline="0" dirty="0">
            <a:solidFill>
              <a:schemeClr val="bg1"/>
            </a:solidFill>
            <a:latin typeface="+mn-lt"/>
            <a:ea typeface="+mn-ea"/>
            <a:cs typeface="+mn-cs"/>
          </a:defRPr>
        </a:defPPr>
      </a:lstStyle>
    </a:spDef>
    <a:lnDef>
      <a:spPr>
        <a:ln w="9525">
          <a:solidFill>
            <a:schemeClr val="bg2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wrap="square" lIns="0" tIns="0" rIns="0" bIns="0" rtlCol="0" anchor="t" anchorCtr="0">
        <a:spAutoFit/>
      </a:bodyPr>
      <a:lstStyle>
        <a:defPPr marL="252000" marR="0" indent="-252000" algn="l" defTabSz="576000" eaLnBrk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>
            <a:schemeClr val="tx2"/>
          </a:buClr>
          <a:buSzTx/>
          <a:buFont typeface="Arial" panose="020B0604020202020204" pitchFamily="34" charset="0"/>
          <a:buChar char="‒"/>
          <a:tabLst/>
          <a:defRPr sz="1800" kern="0" baseline="0" dirty="0">
            <a:latin typeface="+mn-lt"/>
            <a:ea typeface="+mn-ea"/>
            <a:cs typeface="+mn-cs"/>
          </a:defRPr>
        </a:defPPr>
      </a:lstStyle>
    </a:txDef>
  </a:objectDefaults>
  <a:extraClrSchemeLst/>
  <a:custClrLst>
    <a:custClr name="Ocean 100">
      <a:srgbClr val="0A8276"/>
    </a:custClr>
    <a:custClr name="Ocean 80">
      <a:srgbClr val="3B9B91"/>
    </a:custClr>
    <a:custClr name="Ocean 60">
      <a:srgbClr val="6CB4AD"/>
    </a:custClr>
    <a:custClr name="Ocean 40">
      <a:srgbClr val="B8DEDA"/>
    </a:custClr>
    <a:custClr name="White">
      <a:srgbClr val="FFFFFF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Main">
      <a:srgbClr val="9BBA43"/>
    </a:custClr>
    <a:custClr name="Berry Main">
      <a:srgbClr val="9C216E"/>
    </a:custClr>
    <a:custClr name="Engineering Main">
      <a:srgbClr val="575352"/>
    </a:custClr>
    <a:custClr name="Sun Main">
      <a:srgbClr val="F97414"/>
    </a:custClr>
    <a:custClr name="Sand Main">
      <a:srgbClr val="FCD442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Light">
      <a:srgbClr val="B9D257"/>
    </a:custClr>
    <a:custClr name="Berry Light">
      <a:srgbClr val="BE3283"/>
    </a:custClr>
    <a:custClr name="Engineering Light">
      <a:srgbClr val="8D8786"/>
    </a:custClr>
    <a:custClr name="Sun Light">
      <a:srgbClr val="FF9737"/>
    </a:custClr>
    <a:custClr name="Sand Light">
      <a:srgbClr val="FBE273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Grey 300 ">
      <a:srgbClr val="DCD5D7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</a:custClrLst>
  <a:extLst>
    <a:ext uri="{05A4C25C-085E-4340-85A3-A5531E510DB2}">
      <thm15:themeFamily xmlns:thm15="http://schemas.microsoft.com/office/thememl/2012/main" name="Default Theme.pptx" id="{0F60605F-FE9C-42EE-8FB7-5E801DC10479}" vid="{0EFFD798-B482-485A-AA29-B070A5B3DD37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8AB49A64C458341A5ACE9D999E122D0" ma:contentTypeVersion="1" ma:contentTypeDescription="Create a new document." ma:contentTypeScope="" ma:versionID="603576765f6d0d553e9fe09050ab0684">
  <xsd:schema xmlns:xsd="http://www.w3.org/2001/XMLSchema" xmlns:xs="http://www.w3.org/2001/XMLSchema" xmlns:p="http://schemas.microsoft.com/office/2006/metadata/properties" xmlns:ns2="2935da7b-2887-4309-9f87-e2d2f1face2d" targetNamespace="http://schemas.microsoft.com/office/2006/metadata/properties" ma:root="true" ma:fieldsID="2e50b3088f5d49ffc31ff11709bb7e41" ns2:_="">
    <xsd:import namespace="2935da7b-2887-4309-9f87-e2d2f1face2d"/>
    <xsd:element name="properties">
      <xsd:complexType>
        <xsd:sequence>
          <xsd:element name="documentManagement">
            <xsd:complexType>
              <xsd:all>
                <xsd:element ref="ns2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35da7b-2887-4309-9f87-e2d2f1face2d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935da7b-2887-4309-9f87-e2d2f1face2d">
      <UserInfo>
        <DisplayName>Gary.Sugita@infineon.com</DisplayName>
        <AccountId>28</AccountId>
        <AccountType/>
      </UserInfo>
      <UserInfo>
        <DisplayName>sathishkumar.mani@infineon.com</DisplayName>
        <AccountId>22</AccountId>
        <AccountType/>
      </UserInfo>
    </SharedWithUsers>
  </documentManagement>
</p:properties>
</file>

<file path=customXml/itemProps1.xml><?xml version="1.0" encoding="utf-8"?>
<ds:datastoreItem xmlns:ds="http://schemas.openxmlformats.org/officeDocument/2006/customXml" ds:itemID="{CBDA950C-28EF-4C16-B45F-9BFF23C6AE4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935da7b-2887-4309-9f87-e2d2f1face2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3735CEE-0640-4107-B0A2-D7FEDABFFAB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B5F756E-BA2D-4907-BCB4-FE53490BAE44}">
  <ds:schemaRefs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2935da7b-2887-4309-9f87-e2d2f1face2d"/>
    <ds:schemaRef ds:uri="http://purl.org/dc/dcmitype/"/>
    <ds:schemaRef ds:uri="http://purl.org/dc/elements/1.1/"/>
    <ds:schemaRef ds:uri="http://purl.org/dc/terms/"/>
    <ds:schemaRef ds:uri="http://schemas.microsoft.com/office/infopath/2007/PartnerControl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14514</TotalTime>
  <Words>263</Words>
  <Application>Microsoft Office PowerPoint</Application>
  <PresentationFormat>On-screen Show (16:9)</PresentationFormat>
  <Paragraphs>76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Arial</vt:lpstr>
      <vt:lpstr>Arial Unicode MS</vt:lpstr>
      <vt:lpstr>Montserrat</vt:lpstr>
      <vt:lpstr>Roboto</vt:lpstr>
      <vt:lpstr>Source Sans 3</vt:lpstr>
      <vt:lpstr>Verdana</vt:lpstr>
      <vt:lpstr>Simple Light</vt:lpstr>
      <vt:lpstr>Infineon 16:9</vt:lpstr>
      <vt:lpstr>PSOC Edge  Smart HMI kit  UI mockups</vt:lpstr>
      <vt:lpstr>Temp control arc design merged into background image</vt:lpstr>
      <vt:lpstr>(temp / design draft) </vt:lpstr>
      <vt:lpstr>(temp / design draft) – tutorial idea (TODO </vt:lpstr>
      <vt:lpstr>Active screen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Thermostat UI</dc:title>
  <dc:creator>Krishnan Arvind (CSS ICW AM SOL ME)</dc:creator>
  <cp:lastModifiedBy>Krishnan Arvind (CSS ICW AM SOL ME)</cp:lastModifiedBy>
  <cp:revision>48</cp:revision>
  <dcterms:modified xsi:type="dcterms:W3CDTF">2025-12-06T12:55:20Z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0x010100D8AB49A64C458341A5ACE9D999E122D0</vt:lpwstr>
  </property>
  <property fmtid="{D5CDD505-2E9C-101B-9397-08002B2CF9AE}" pid="3" name="MSIP_Label_a15a25aa-e944-415d-b7a7-40f6b9180b6b_Enabled">
    <vt:lpwstr>-1</vt:lpwstr>
  </property>
  <property fmtid="{D5CDD505-2E9C-101B-9397-08002B2CF9AE}" pid="4" name="MSIP_Label_a15a25aa-e944-415d-b7a7-40f6b9180b6b_SetDate">
    <vt:lpwstr>2025-12-06 12:52:37Z</vt:lpwstr>
  </property>
  <property fmtid="{D5CDD505-2E9C-101B-9397-08002B2CF9AE}" pid="5" name="MSIP_Label_a15a25aa-e944-415d-b7a7-40f6b9180b6b_Method">
    <vt:lpwstr>Privileged</vt:lpwstr>
  </property>
  <property fmtid="{D5CDD505-2E9C-101B-9397-08002B2CF9AE}" pid="6" name="MSIP_Label_a15a25aa-e944-415d-b7a7-40f6b9180b6b_Name">
    <vt:lpwstr>a15a25aa-e944-415d-b7a7-40f6b9180b6b</vt:lpwstr>
  </property>
  <property fmtid="{D5CDD505-2E9C-101B-9397-08002B2CF9AE}" pid="7" name="MSIP_Label_a15a25aa-e944-415d-b7a7-40f6b9180b6b_SiteId">
    <vt:lpwstr>eeb8d0e8-3544-41d3-aac6-934c309faf5a</vt:lpwstr>
  </property>
  <property fmtid="{D5CDD505-2E9C-101B-9397-08002B2CF9AE}" pid="8" name="MSIP_Label_a15a25aa-e944-415d-b7a7-40f6b9180b6b_ActionId">
    <vt:lpwstr>dbc90a3e-6422-4d7b-b6c2-3abce38dc068</vt:lpwstr>
  </property>
  <property fmtid="{D5CDD505-2E9C-101B-9397-08002B2CF9AE}" pid="9" name="MSIP_Label_a15a25aa-e944-415d-b7a7-40f6b9180b6b_ContentBits">
    <vt:lpwstr>0</vt:lpwstr>
  </property>
  <property fmtid="{D5CDD505-2E9C-101B-9397-08002B2CF9AE}" pid="10" name="empower.integration.Classification.DocumentId">
    <vt:lpwstr/>
  </property>
  <property fmtid="{D5CDD505-2E9C-101B-9397-08002B2CF9AE}" pid="11" name="empower.integration.Classification.DocumentVersion">
    <vt:lpwstr/>
  </property>
  <property fmtid="{D5CDD505-2E9C-101B-9397-08002B2CF9AE}" pid="12" name="empower.integration.Classification.DocumentOwner">
    <vt:lpwstr/>
  </property>
  <property fmtid="{D5CDD505-2E9C-101B-9397-08002B2CF9AE}" pid="13" name="empower.integration.Classification.ShowFooter">
    <vt:bool>true</vt:bool>
  </property>
  <property fmtid="{D5CDD505-2E9C-101B-9397-08002B2CF9AE}" pid="14" name="empower.integration.Classification.RestrictionLevel">
    <vt:i4>1</vt:i4>
  </property>
  <property fmtid="{D5CDD505-2E9C-101B-9397-08002B2CF9AE}" pid="15" name="empower.integration.Classification.FooterDate">
    <vt:filetime>2025-12-06T12:52:36Z</vt:filetime>
  </property>
  <property fmtid="{D5CDD505-2E9C-101B-9397-08002B2CF9AE}" pid="16" name="empower.integration.Classification.DateFormat">
    <vt:lpwstr/>
  </property>
  <property fmtid="{D5CDD505-2E9C-101B-9397-08002B2CF9AE}" pid="17" name="empower.integration.Classification.IsDraft">
    <vt:bool>false</vt:bool>
  </property>
  <property fmtid="{D5CDD505-2E9C-101B-9397-08002B2CF9AE}" pid="18" name="empower.integration.Classification.IsProprietary">
    <vt:bool>false</vt:bool>
  </property>
  <property fmtid="{D5CDD505-2E9C-101B-9397-08002B2CF9AE}" pid="19" name="empower.integration.Classification.HasAdditionalMarking">
    <vt:bool>false</vt:bool>
  </property>
  <property fmtid="{D5CDD505-2E9C-101B-9397-08002B2CF9AE}" pid="20" name="empower.integration.Classification.AdditionalMarking">
    <vt:lpwstr/>
  </property>
  <property fmtid="{D5CDD505-2E9C-101B-9397-08002B2CF9AE}" pid="21" name="empower.integration.Classification.IsEmpowerClassified">
    <vt:bool>false</vt:bool>
  </property>
</Properties>
</file>