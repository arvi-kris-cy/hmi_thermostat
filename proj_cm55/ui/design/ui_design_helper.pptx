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4"/>
    <p:sldMasterId id="2147483661" r:id="rId5"/>
  </p:sldMasterIdLst>
  <p:notesMasterIdLst>
    <p:notesMasterId r:id="rId14"/>
  </p:notesMasterIdLst>
  <p:sldIdLst>
    <p:sldId id="325" r:id="rId6"/>
    <p:sldId id="395" r:id="rId7"/>
    <p:sldId id="393" r:id="rId8"/>
    <p:sldId id="392" r:id="rId9"/>
    <p:sldId id="394" r:id="rId10"/>
    <p:sldId id="389" r:id="rId11"/>
    <p:sldId id="391" r:id="rId12"/>
    <p:sldId id="350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AFE37EE0-B966-44A7-A1D1-1490A172C724}">
          <p14:sldIdLst>
            <p14:sldId id="325"/>
          </p14:sldIdLst>
        </p14:section>
        <p14:section name="Thermostat mockups" id="{EDED3ED7-758D-4023-9EF3-1F9BEEFCB6FE}">
          <p14:sldIdLst>
            <p14:sldId id="395"/>
            <p14:sldId id="393"/>
            <p14:sldId id="392"/>
            <p14:sldId id="394"/>
            <p14:sldId id="389"/>
            <p14:sldId id="391"/>
            <p14:sldId id="3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1820"/>
    <a:srgbClr val="101820"/>
    <a:srgbClr val="5C676C"/>
    <a:srgbClr val="41484F"/>
    <a:srgbClr val="2A313A"/>
    <a:srgbClr val="39404A"/>
    <a:srgbClr val="414852"/>
    <a:srgbClr val="656464"/>
    <a:srgbClr val="BFBFBF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6247" autoAdjust="0"/>
  </p:normalViewPr>
  <p:slideViewPr>
    <p:cSldViewPr snapToGrid="0">
      <p:cViewPr>
        <p:scale>
          <a:sx n="150" d="100"/>
          <a:sy n="150" d="100"/>
        </p:scale>
        <p:origin x="108" y="-4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558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  <a:sym typeface="Arial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t>Copyright © Infineon Technologies AG 2020. All rights reserved.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1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t>restricted</a:t>
            </a:r>
            <a:endParaRPr kumimoji="0" lang="en-US" sz="100" b="1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t>2020-09-28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65D906-55BD-49C5-997D-27A40DB53D15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928285"/>
                </a:solidFill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928285"/>
              </a:solidFill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25502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51954-B4F7-66DC-2D09-40E62D68E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C62C-D07A-E8B2-74FA-A497895932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A927B-4646-688F-2F28-4331F283C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CF43035C-85C4-5465-3762-12F229EC2A93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558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9D978-74EF-EA5A-9FAE-678BE95592F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1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kumimoji="0" lang="en-US" sz="100" b="1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BFCDE5E-6310-D202-E536-5605DBFD4D6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57B3A6-DDCE-5BCD-FC6B-2FA87B66E2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65D906-55BD-49C5-997D-27A40DB53D15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928285"/>
                </a:solidFill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928285"/>
              </a:solidFill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9493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2.png"/><Relationship Id="rId5" Type="http://schemas.openxmlformats.org/officeDocument/2006/relationships/tags" Target="../tags/tag5.xml"/><Relationship Id="rId10" Type="http://schemas.openxmlformats.org/officeDocument/2006/relationships/image" Target="../media/image1.jpg"/><Relationship Id="rId4" Type="http://schemas.openxmlformats.org/officeDocument/2006/relationships/tags" Target="../tags/tag4.xml"/><Relationship Id="rId9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16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tags" Target="../tags/tag20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tags" Target="../tags/tag19.xml"/><Relationship Id="rId5" Type="http://schemas.openxmlformats.org/officeDocument/2006/relationships/tags" Target="../tags/tag13.xml"/><Relationship Id="rId10" Type="http://schemas.openxmlformats.org/officeDocument/2006/relationships/tags" Target="../tags/tag18.xml"/><Relationship Id="rId4" Type="http://schemas.openxmlformats.org/officeDocument/2006/relationships/tags" Target="../tags/tag12.xml"/><Relationship Id="rId9" Type="http://schemas.openxmlformats.org/officeDocument/2006/relationships/tags" Target="../tags/tag17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32.xml"/><Relationship Id="rId3" Type="http://schemas.openxmlformats.org/officeDocument/2006/relationships/tags" Target="../tags/tag27.xml"/><Relationship Id="rId7" Type="http://schemas.openxmlformats.org/officeDocument/2006/relationships/tags" Target="../tags/tag31.xml"/><Relationship Id="rId12" Type="http://schemas.openxmlformats.org/officeDocument/2006/relationships/image" Target="../media/image2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tags" Target="../tags/tag30.xml"/><Relationship Id="rId11" Type="http://schemas.openxmlformats.org/officeDocument/2006/relationships/image" Target="../media/image3.jpg"/><Relationship Id="rId5" Type="http://schemas.openxmlformats.org/officeDocument/2006/relationships/tags" Target="../tags/tag29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8.xml"/><Relationship Id="rId9" Type="http://schemas.openxmlformats.org/officeDocument/2006/relationships/tags" Target="../tags/tag33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41.xml"/><Relationship Id="rId13" Type="http://schemas.openxmlformats.org/officeDocument/2006/relationships/image" Target="../media/image6.png"/><Relationship Id="rId3" Type="http://schemas.openxmlformats.org/officeDocument/2006/relationships/tags" Target="../tags/tag36.xml"/><Relationship Id="rId7" Type="http://schemas.openxmlformats.org/officeDocument/2006/relationships/tags" Target="../tags/tag40.xml"/><Relationship Id="rId12" Type="http://schemas.openxmlformats.org/officeDocument/2006/relationships/image" Target="../media/image5.png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tags" Target="../tags/tag39.xml"/><Relationship Id="rId11" Type="http://schemas.openxmlformats.org/officeDocument/2006/relationships/image" Target="../media/image4.jpeg"/><Relationship Id="rId5" Type="http://schemas.openxmlformats.org/officeDocument/2006/relationships/tags" Target="../tags/tag38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37.xml"/><Relationship Id="rId9" Type="http://schemas.openxmlformats.org/officeDocument/2006/relationships/tags" Target="../tags/tag42.xml"/><Relationship Id="rId14" Type="http://schemas.openxmlformats.org/officeDocument/2006/relationships/image" Target="../media/image7.sv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50.xml"/><Relationship Id="rId3" Type="http://schemas.openxmlformats.org/officeDocument/2006/relationships/tags" Target="../tags/tag45.xml"/><Relationship Id="rId7" Type="http://schemas.openxmlformats.org/officeDocument/2006/relationships/tags" Target="../tags/tag49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11" Type="http://schemas.openxmlformats.org/officeDocument/2006/relationships/image" Target="../media/image2.png"/><Relationship Id="rId5" Type="http://schemas.openxmlformats.org/officeDocument/2006/relationships/tags" Target="../tags/tag47.xml"/><Relationship Id="rId10" Type="http://schemas.openxmlformats.org/officeDocument/2006/relationships/image" Target="../media/image1.jpg"/><Relationship Id="rId4" Type="http://schemas.openxmlformats.org/officeDocument/2006/relationships/tags" Target="../tags/tag46.xml"/><Relationship Id="rId9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image" Target="../media/image7.svg"/><Relationship Id="rId3" Type="http://schemas.openxmlformats.org/officeDocument/2006/relationships/tags" Target="../tags/tag53.xml"/><Relationship Id="rId7" Type="http://schemas.openxmlformats.org/officeDocument/2006/relationships/tags" Target="../tags/tag57.xml"/><Relationship Id="rId12" Type="http://schemas.openxmlformats.org/officeDocument/2006/relationships/image" Target="../media/image6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image" Target="../media/image5.png"/><Relationship Id="rId5" Type="http://schemas.openxmlformats.org/officeDocument/2006/relationships/tags" Target="../tags/tag55.xml"/><Relationship Id="rId10" Type="http://schemas.openxmlformats.org/officeDocument/2006/relationships/image" Target="../media/image8.jpeg"/><Relationship Id="rId4" Type="http://schemas.openxmlformats.org/officeDocument/2006/relationships/tags" Target="../tags/tag54.xml"/><Relationship Id="rId9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66.xml"/><Relationship Id="rId3" Type="http://schemas.openxmlformats.org/officeDocument/2006/relationships/tags" Target="../tags/tag61.xml"/><Relationship Id="rId7" Type="http://schemas.openxmlformats.org/officeDocument/2006/relationships/tags" Target="../tags/tag65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tags" Target="../tags/tag64.xml"/><Relationship Id="rId11" Type="http://schemas.openxmlformats.org/officeDocument/2006/relationships/image" Target="../media/image2.png"/><Relationship Id="rId5" Type="http://schemas.openxmlformats.org/officeDocument/2006/relationships/tags" Target="../tags/tag63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62.xml"/><Relationship Id="rId9" Type="http://schemas.openxmlformats.org/officeDocument/2006/relationships/tags" Target="../tags/tag67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75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70.xml"/><Relationship Id="rId7" Type="http://schemas.openxmlformats.org/officeDocument/2006/relationships/tags" Target="../tags/tag74.xml"/><Relationship Id="rId12" Type="http://schemas.openxmlformats.org/officeDocument/2006/relationships/tags" Target="../tags/tag79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tags" Target="../tags/tag73.xml"/><Relationship Id="rId11" Type="http://schemas.openxmlformats.org/officeDocument/2006/relationships/tags" Target="../tags/tag78.xml"/><Relationship Id="rId5" Type="http://schemas.openxmlformats.org/officeDocument/2006/relationships/tags" Target="../tags/tag72.xml"/><Relationship Id="rId10" Type="http://schemas.openxmlformats.org/officeDocument/2006/relationships/tags" Target="../tags/tag77.xml"/><Relationship Id="rId4" Type="http://schemas.openxmlformats.org/officeDocument/2006/relationships/tags" Target="../tags/tag71.xml"/><Relationship Id="rId9" Type="http://schemas.openxmlformats.org/officeDocument/2006/relationships/tags" Target="../tags/tag76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tags" Target="../tags/tag87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82.xml"/><Relationship Id="rId7" Type="http://schemas.openxmlformats.org/officeDocument/2006/relationships/tags" Target="../tags/tag86.xml"/><Relationship Id="rId12" Type="http://schemas.openxmlformats.org/officeDocument/2006/relationships/tags" Target="../tags/tag91.xml"/><Relationship Id="rId2" Type="http://schemas.openxmlformats.org/officeDocument/2006/relationships/tags" Target="../tags/tag81.xml"/><Relationship Id="rId1" Type="http://schemas.openxmlformats.org/officeDocument/2006/relationships/tags" Target="../tags/tag80.xml"/><Relationship Id="rId6" Type="http://schemas.openxmlformats.org/officeDocument/2006/relationships/tags" Target="../tags/tag85.xml"/><Relationship Id="rId11" Type="http://schemas.openxmlformats.org/officeDocument/2006/relationships/tags" Target="../tags/tag90.xml"/><Relationship Id="rId5" Type="http://schemas.openxmlformats.org/officeDocument/2006/relationships/tags" Target="../tags/tag84.xml"/><Relationship Id="rId10" Type="http://schemas.openxmlformats.org/officeDocument/2006/relationships/tags" Target="../tags/tag89.xml"/><Relationship Id="rId4" Type="http://schemas.openxmlformats.org/officeDocument/2006/relationships/tags" Target="../tags/tag83.xml"/><Relationship Id="rId9" Type="http://schemas.openxmlformats.org/officeDocument/2006/relationships/tags" Target="../tags/tag88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tags" Target="../tags/tag99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94.xml"/><Relationship Id="rId7" Type="http://schemas.openxmlformats.org/officeDocument/2006/relationships/tags" Target="../tags/tag98.xml"/><Relationship Id="rId12" Type="http://schemas.openxmlformats.org/officeDocument/2006/relationships/tags" Target="../tags/tag103.xml"/><Relationship Id="rId2" Type="http://schemas.openxmlformats.org/officeDocument/2006/relationships/tags" Target="../tags/tag93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11" Type="http://schemas.openxmlformats.org/officeDocument/2006/relationships/tags" Target="../tags/tag102.xml"/><Relationship Id="rId5" Type="http://schemas.openxmlformats.org/officeDocument/2006/relationships/tags" Target="../tags/tag96.xml"/><Relationship Id="rId10" Type="http://schemas.openxmlformats.org/officeDocument/2006/relationships/tags" Target="../tags/tag101.xml"/><Relationship Id="rId4" Type="http://schemas.openxmlformats.org/officeDocument/2006/relationships/tags" Target="../tags/tag95.xml"/><Relationship Id="rId9" Type="http://schemas.openxmlformats.org/officeDocument/2006/relationships/tags" Target="../tags/tag100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107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tags" Target="../tags/tag110.xml"/><Relationship Id="rId2" Type="http://schemas.openxmlformats.org/officeDocument/2006/relationships/tags" Target="../tags/tag109.xml"/><Relationship Id="rId1" Type="http://schemas.openxmlformats.org/officeDocument/2006/relationships/tags" Target="../tags/tag108.xml"/><Relationship Id="rId5" Type="http://schemas.openxmlformats.org/officeDocument/2006/relationships/image" Target="../media/image9.png"/><Relationship Id="rId4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118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13.xml"/><Relationship Id="rId7" Type="http://schemas.openxmlformats.org/officeDocument/2006/relationships/tags" Target="../tags/tag117.xml"/><Relationship Id="rId12" Type="http://schemas.openxmlformats.org/officeDocument/2006/relationships/tags" Target="../tags/tag122.xml"/><Relationship Id="rId2" Type="http://schemas.openxmlformats.org/officeDocument/2006/relationships/tags" Target="../tags/tag112.xml"/><Relationship Id="rId1" Type="http://schemas.openxmlformats.org/officeDocument/2006/relationships/tags" Target="../tags/tag111.xml"/><Relationship Id="rId6" Type="http://schemas.openxmlformats.org/officeDocument/2006/relationships/tags" Target="../tags/tag116.xml"/><Relationship Id="rId11" Type="http://schemas.openxmlformats.org/officeDocument/2006/relationships/tags" Target="../tags/tag121.xml"/><Relationship Id="rId5" Type="http://schemas.openxmlformats.org/officeDocument/2006/relationships/tags" Target="../tags/tag115.xml"/><Relationship Id="rId10" Type="http://schemas.openxmlformats.org/officeDocument/2006/relationships/tags" Target="../tags/tag120.xml"/><Relationship Id="rId4" Type="http://schemas.openxmlformats.org/officeDocument/2006/relationships/tags" Target="../tags/tag114.xml"/><Relationship Id="rId9" Type="http://schemas.openxmlformats.org/officeDocument/2006/relationships/tags" Target="../tags/tag119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130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25.xml"/><Relationship Id="rId7" Type="http://schemas.openxmlformats.org/officeDocument/2006/relationships/tags" Target="../tags/tag129.xml"/><Relationship Id="rId12" Type="http://schemas.openxmlformats.org/officeDocument/2006/relationships/tags" Target="../tags/tag134.xml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6" Type="http://schemas.openxmlformats.org/officeDocument/2006/relationships/tags" Target="../tags/tag128.xml"/><Relationship Id="rId11" Type="http://schemas.openxmlformats.org/officeDocument/2006/relationships/tags" Target="../tags/tag133.xml"/><Relationship Id="rId5" Type="http://schemas.openxmlformats.org/officeDocument/2006/relationships/tags" Target="../tags/tag127.xml"/><Relationship Id="rId10" Type="http://schemas.openxmlformats.org/officeDocument/2006/relationships/tags" Target="../tags/tag132.xml"/><Relationship Id="rId4" Type="http://schemas.openxmlformats.org/officeDocument/2006/relationships/tags" Target="../tags/tag126.xml"/><Relationship Id="rId9" Type="http://schemas.openxmlformats.org/officeDocument/2006/relationships/tags" Target="../tags/tag131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tags" Target="../tags/tag142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37.xml"/><Relationship Id="rId7" Type="http://schemas.openxmlformats.org/officeDocument/2006/relationships/tags" Target="../tags/tag141.xml"/><Relationship Id="rId12" Type="http://schemas.openxmlformats.org/officeDocument/2006/relationships/tags" Target="../tags/tag146.xml"/><Relationship Id="rId2" Type="http://schemas.openxmlformats.org/officeDocument/2006/relationships/tags" Target="../tags/tag136.xml"/><Relationship Id="rId1" Type="http://schemas.openxmlformats.org/officeDocument/2006/relationships/tags" Target="../tags/tag135.xml"/><Relationship Id="rId6" Type="http://schemas.openxmlformats.org/officeDocument/2006/relationships/tags" Target="../tags/tag140.xml"/><Relationship Id="rId11" Type="http://schemas.openxmlformats.org/officeDocument/2006/relationships/tags" Target="../tags/tag145.xml"/><Relationship Id="rId5" Type="http://schemas.openxmlformats.org/officeDocument/2006/relationships/tags" Target="../tags/tag139.xml"/><Relationship Id="rId10" Type="http://schemas.openxmlformats.org/officeDocument/2006/relationships/tags" Target="../tags/tag144.xml"/><Relationship Id="rId4" Type="http://schemas.openxmlformats.org/officeDocument/2006/relationships/tags" Target="../tags/tag138.xml"/><Relationship Id="rId9" Type="http://schemas.openxmlformats.org/officeDocument/2006/relationships/tags" Target="../tags/tag143.xml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tags" Target="../tags/tag154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49.xml"/><Relationship Id="rId7" Type="http://schemas.openxmlformats.org/officeDocument/2006/relationships/tags" Target="../tags/tag153.xml"/><Relationship Id="rId12" Type="http://schemas.openxmlformats.org/officeDocument/2006/relationships/tags" Target="../tags/tag158.xml"/><Relationship Id="rId2" Type="http://schemas.openxmlformats.org/officeDocument/2006/relationships/tags" Target="../tags/tag148.xml"/><Relationship Id="rId1" Type="http://schemas.openxmlformats.org/officeDocument/2006/relationships/tags" Target="../tags/tag147.xml"/><Relationship Id="rId6" Type="http://schemas.openxmlformats.org/officeDocument/2006/relationships/tags" Target="../tags/tag152.xml"/><Relationship Id="rId11" Type="http://schemas.openxmlformats.org/officeDocument/2006/relationships/tags" Target="../tags/tag157.xml"/><Relationship Id="rId5" Type="http://schemas.openxmlformats.org/officeDocument/2006/relationships/tags" Target="../tags/tag151.xml"/><Relationship Id="rId10" Type="http://schemas.openxmlformats.org/officeDocument/2006/relationships/tags" Target="../tags/tag156.xml"/><Relationship Id="rId4" Type="http://schemas.openxmlformats.org/officeDocument/2006/relationships/tags" Target="../tags/tag150.xml"/><Relationship Id="rId9" Type="http://schemas.openxmlformats.org/officeDocument/2006/relationships/tags" Target="../tags/tag155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166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61.xml"/><Relationship Id="rId7" Type="http://schemas.openxmlformats.org/officeDocument/2006/relationships/tags" Target="../tags/tag165.xml"/><Relationship Id="rId12" Type="http://schemas.openxmlformats.org/officeDocument/2006/relationships/tags" Target="../tags/tag170.xml"/><Relationship Id="rId2" Type="http://schemas.openxmlformats.org/officeDocument/2006/relationships/tags" Target="../tags/tag160.xml"/><Relationship Id="rId1" Type="http://schemas.openxmlformats.org/officeDocument/2006/relationships/tags" Target="../tags/tag159.xml"/><Relationship Id="rId6" Type="http://schemas.openxmlformats.org/officeDocument/2006/relationships/tags" Target="../tags/tag164.xml"/><Relationship Id="rId11" Type="http://schemas.openxmlformats.org/officeDocument/2006/relationships/tags" Target="../tags/tag169.xml"/><Relationship Id="rId5" Type="http://schemas.openxmlformats.org/officeDocument/2006/relationships/tags" Target="../tags/tag163.xml"/><Relationship Id="rId10" Type="http://schemas.openxmlformats.org/officeDocument/2006/relationships/tags" Target="../tags/tag168.xml"/><Relationship Id="rId4" Type="http://schemas.openxmlformats.org/officeDocument/2006/relationships/tags" Target="../tags/tag162.xml"/><Relationship Id="rId9" Type="http://schemas.openxmlformats.org/officeDocument/2006/relationships/tags" Target="../tags/tag167.xml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tags" Target="../tags/tag178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73.xml"/><Relationship Id="rId7" Type="http://schemas.openxmlformats.org/officeDocument/2006/relationships/tags" Target="../tags/tag177.xml"/><Relationship Id="rId12" Type="http://schemas.openxmlformats.org/officeDocument/2006/relationships/tags" Target="../tags/tag182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6" Type="http://schemas.openxmlformats.org/officeDocument/2006/relationships/tags" Target="../tags/tag176.xml"/><Relationship Id="rId11" Type="http://schemas.openxmlformats.org/officeDocument/2006/relationships/tags" Target="../tags/tag181.xml"/><Relationship Id="rId5" Type="http://schemas.openxmlformats.org/officeDocument/2006/relationships/tags" Target="../tags/tag175.xml"/><Relationship Id="rId10" Type="http://schemas.openxmlformats.org/officeDocument/2006/relationships/tags" Target="../tags/tag180.xml"/><Relationship Id="rId4" Type="http://schemas.openxmlformats.org/officeDocument/2006/relationships/tags" Target="../tags/tag174.xml"/><Relationship Id="rId9" Type="http://schemas.openxmlformats.org/officeDocument/2006/relationships/tags" Target="../tags/tag179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190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85.xml"/><Relationship Id="rId7" Type="http://schemas.openxmlformats.org/officeDocument/2006/relationships/tags" Target="../tags/tag189.xml"/><Relationship Id="rId12" Type="http://schemas.openxmlformats.org/officeDocument/2006/relationships/tags" Target="../tags/tag194.xml"/><Relationship Id="rId2" Type="http://schemas.openxmlformats.org/officeDocument/2006/relationships/tags" Target="../tags/tag184.xml"/><Relationship Id="rId1" Type="http://schemas.openxmlformats.org/officeDocument/2006/relationships/tags" Target="../tags/tag183.xml"/><Relationship Id="rId6" Type="http://schemas.openxmlformats.org/officeDocument/2006/relationships/tags" Target="../tags/tag188.xml"/><Relationship Id="rId11" Type="http://schemas.openxmlformats.org/officeDocument/2006/relationships/tags" Target="../tags/tag193.xml"/><Relationship Id="rId5" Type="http://schemas.openxmlformats.org/officeDocument/2006/relationships/tags" Target="../tags/tag187.xml"/><Relationship Id="rId10" Type="http://schemas.openxmlformats.org/officeDocument/2006/relationships/tags" Target="../tags/tag192.xml"/><Relationship Id="rId4" Type="http://schemas.openxmlformats.org/officeDocument/2006/relationships/tags" Target="../tags/tag186.xml"/><Relationship Id="rId9" Type="http://schemas.openxmlformats.org/officeDocument/2006/relationships/tags" Target="../tags/tag191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202.xml"/><Relationship Id="rId3" Type="http://schemas.openxmlformats.org/officeDocument/2006/relationships/tags" Target="../tags/tag197.xml"/><Relationship Id="rId7" Type="http://schemas.openxmlformats.org/officeDocument/2006/relationships/tags" Target="../tags/tag201.xml"/><Relationship Id="rId12" Type="http://schemas.openxmlformats.org/officeDocument/2006/relationships/slideMaster" Target="../slideMasters/slideMaster2.xml"/><Relationship Id="rId2" Type="http://schemas.openxmlformats.org/officeDocument/2006/relationships/tags" Target="../tags/tag196.xml"/><Relationship Id="rId1" Type="http://schemas.openxmlformats.org/officeDocument/2006/relationships/tags" Target="../tags/tag195.xml"/><Relationship Id="rId6" Type="http://schemas.openxmlformats.org/officeDocument/2006/relationships/tags" Target="../tags/tag200.xml"/><Relationship Id="rId11" Type="http://schemas.openxmlformats.org/officeDocument/2006/relationships/tags" Target="../tags/tag205.xml"/><Relationship Id="rId5" Type="http://schemas.openxmlformats.org/officeDocument/2006/relationships/tags" Target="../tags/tag199.xml"/><Relationship Id="rId10" Type="http://schemas.openxmlformats.org/officeDocument/2006/relationships/tags" Target="../tags/tag204.xml"/><Relationship Id="rId4" Type="http://schemas.openxmlformats.org/officeDocument/2006/relationships/tags" Target="../tags/tag198.xml"/><Relationship Id="rId9" Type="http://schemas.openxmlformats.org/officeDocument/2006/relationships/tags" Target="../tags/tag203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tags" Target="../tags/tag208.xml"/><Relationship Id="rId2" Type="http://schemas.openxmlformats.org/officeDocument/2006/relationships/tags" Target="../tags/tag207.xml"/><Relationship Id="rId1" Type="http://schemas.openxmlformats.org/officeDocument/2006/relationships/tags" Target="../tags/tag206.xml"/><Relationship Id="rId4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tags" Target="../tags/tag211.xml"/><Relationship Id="rId7" Type="http://schemas.openxmlformats.org/officeDocument/2006/relationships/image" Target="../media/image2.png"/><Relationship Id="rId2" Type="http://schemas.openxmlformats.org/officeDocument/2006/relationships/tags" Target="../tags/tag210.xml"/><Relationship Id="rId1" Type="http://schemas.openxmlformats.org/officeDocument/2006/relationships/tags" Target="../tags/tag209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213.xml"/><Relationship Id="rId4" Type="http://schemas.openxmlformats.org/officeDocument/2006/relationships/tags" Target="../tags/tag2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esentation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 userDrawn="1"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3903869" cy="51435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356456" y="2842576"/>
            <a:ext cx="432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356456" y="1317903"/>
            <a:ext cx="4320000" cy="1254674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356456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356456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639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598424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38996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{{Company.ShortName}}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{{Company.LongName}}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{{FooterInformation.FooterDate}}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8640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240565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9143999" cy="2807998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68000" y="4231463"/>
            <a:ext cx="621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468000" y="3122289"/>
            <a:ext cx="6210000" cy="839176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058850" y="4875236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059000" y="4875236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68001" y="4875236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3262533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60650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434318" y="177475"/>
            <a:ext cx="1329513" cy="720089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68000" y="4231463"/>
            <a:ext cx="621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468000" y="3122289"/>
            <a:ext cx="6210000" cy="839176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13" name="Crystal Shape">
            <a:extLst>
              <a:ext uri="{FF2B5EF4-FFF2-40B4-BE49-F238E27FC236}">
                <a16:creationId xmlns:a16="http://schemas.microsoft.com/office/drawing/2014/main" id="{A4208110-E884-BAAA-527C-E592A2F7FA29}"/>
              </a:ext>
            </a:extLst>
          </p:cNvPr>
          <p:cNvSpPr/>
          <p:nvPr userDrawn="1"/>
        </p:nvSpPr>
        <p:spPr bwMode="auto">
          <a:xfrm>
            <a:off x="2" y="1"/>
            <a:ext cx="9143999" cy="294918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 defTabSz="432000" rtl="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058850" y="4875236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059000" y="4875236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68001" y="4875236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3262533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Picture 6" descr="A logo of a company&#10;&#10;Description automatically generated">
            <a:extLst>
              <a:ext uri="{FF2B5EF4-FFF2-40B4-BE49-F238E27FC236}">
                <a16:creationId xmlns:a16="http://schemas.microsoft.com/office/drawing/2014/main" id="{D3AB9BDB-6716-DC0D-AD30-113C999DA9C9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0312" y="3992181"/>
            <a:ext cx="1295688" cy="764887"/>
          </a:xfrm>
          <a:prstGeom prst="rect">
            <a:avLst/>
          </a:prstGeom>
        </p:spPr>
      </p:pic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7495632" y="264954"/>
            <a:ext cx="1180825" cy="51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6696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 userDrawn="1"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3903869" cy="51435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356456" y="2842576"/>
            <a:ext cx="432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356456" y="1317903"/>
            <a:ext cx="4320000" cy="1254674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356456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356456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639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598424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14274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OGO PROTECTION">
            <a:extLst>
              <a:ext uri="{FF2B5EF4-FFF2-40B4-BE49-F238E27FC236}">
                <a16:creationId xmlns:a16="http://schemas.microsoft.com/office/drawing/2014/main" id="{4DCE96B1-83D3-EAE7-D992-044F49F60C08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auto">
          <a:xfrm>
            <a:off x="197514" y="177475"/>
            <a:ext cx="1329513" cy="720089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pic>
        <p:nvPicPr>
          <p:cNvPr id="2" name="Picture 1" descr="A close-up of a plant&#10;&#10;Description automatically generated">
            <a:extLst>
              <a:ext uri="{FF2B5EF4-FFF2-40B4-BE49-F238E27FC236}">
                <a16:creationId xmlns:a16="http://schemas.microsoft.com/office/drawing/2014/main" id="{D8A43A75-D6CE-2257-415C-1E0787C2AD10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904904" cy="5143500"/>
          </a:xfrm>
          <a:prstGeom prst="rect">
            <a:avLst/>
          </a:prstGeom>
        </p:spPr>
      </p:pic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356456" y="2842576"/>
            <a:ext cx="432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356456" y="1317903"/>
            <a:ext cx="4320000" cy="1254674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356456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356456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639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598424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1" name="Picture 20" descr="A logo of a company&#10;&#10;Description automatically generated">
            <a:extLst>
              <a:ext uri="{FF2B5EF4-FFF2-40B4-BE49-F238E27FC236}">
                <a16:creationId xmlns:a16="http://schemas.microsoft.com/office/drawing/2014/main" id="{A243AC04-C54C-094D-D758-581BFC35258A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0312" y="3992181"/>
            <a:ext cx="1295688" cy="764887"/>
          </a:xfrm>
          <a:prstGeom prst="rect">
            <a:avLst/>
          </a:prstGeom>
        </p:spPr>
      </p:pic>
      <p:pic>
        <p:nvPicPr>
          <p:cNvPr id="12" name="LOGO">
            <a:extLst>
              <a:ext uri="{FF2B5EF4-FFF2-40B4-BE49-F238E27FC236}">
                <a16:creationId xmlns:a16="http://schemas.microsoft.com/office/drawing/2014/main" id="{1807AF6D-9E64-2C4F-72B8-8E1B696F07B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251100" y="264954"/>
            <a:ext cx="1180825" cy="51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9639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rtl="0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9143999" cy="294918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 defTabSz="432000" rtl="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68000" y="4230900"/>
            <a:ext cx="621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68001" y="3121199"/>
            <a:ext cx="6210000" cy="839700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058850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059000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6800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3262533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350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09812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8640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90216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6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4266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4625579" y="951311"/>
            <a:ext cx="4266902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22488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607500"/>
            <a:ext cx="9143999" cy="453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905347" y="-925504"/>
            <a:ext cx="5158978" cy="6997848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 sz="105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1520" y="1601100"/>
            <a:ext cx="6103144" cy="512527"/>
          </a:xfrm>
        </p:spPr>
        <p:txBody>
          <a:bodyPr bIns="0"/>
          <a:lstStyle>
            <a:lvl1pPr>
              <a:defRPr sz="27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522507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607500"/>
            <a:ext cx="9143999" cy="453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5149694" y="1149195"/>
            <a:ext cx="5143499" cy="2845112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sz="1050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1520" y="1601100"/>
            <a:ext cx="6103144" cy="512527"/>
          </a:xfrm>
        </p:spPr>
        <p:txBody>
          <a:bodyPr bIns="0"/>
          <a:lstStyle>
            <a:lvl1pPr>
              <a:defRPr sz="27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4282" y="145267"/>
            <a:ext cx="905585" cy="39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205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rtl="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rtl="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251100" y="951309"/>
            <a:ext cx="4266000" cy="1755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4625099" y="951309"/>
            <a:ext cx="4266000" cy="1755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251100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4625099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9364108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251100" y="951309"/>
            <a:ext cx="8640000" cy="1755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251100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4625100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818670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250825" y="951309"/>
            <a:ext cx="8640960" cy="945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251100" y="2085685"/>
            <a:ext cx="4266000" cy="1485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4625578" y="2085685"/>
            <a:ext cx="4266000" cy="1485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250825" y="3813890"/>
            <a:ext cx="8640960" cy="972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88061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2808288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3196799" y="951311"/>
            <a:ext cx="2754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6084888" y="951311"/>
            <a:ext cx="2808312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3014888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8640960" cy="1026319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251100" y="2085975"/>
            <a:ext cx="2808000" cy="2700338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3194447" y="2085975"/>
            <a:ext cx="2755106" cy="2700338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6084890" y="2085975"/>
            <a:ext cx="2808287" cy="2700338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532246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251099" y="951310"/>
            <a:ext cx="2106000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493169" y="951310"/>
            <a:ext cx="1997869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652963" y="951310"/>
            <a:ext cx="1997869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786563" y="951310"/>
            <a:ext cx="2105695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215870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51100" y="951311"/>
            <a:ext cx="8640960" cy="1026319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251100" y="2085975"/>
            <a:ext cx="2106000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2493169" y="2085975"/>
            <a:ext cx="1997869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4652963" y="2085975"/>
            <a:ext cx="1997869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786563" y="2085975"/>
            <a:ext cx="2105695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129086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58998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orient="horz" pos="79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9144000" cy="51435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1001604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195737" y="1440575"/>
            <a:ext cx="4752527" cy="2316357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834" y="2066989"/>
            <a:ext cx="2308361" cy="100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23606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23.xml"/><Relationship Id="rId18" Type="http://schemas.openxmlformats.org/officeDocument/2006/relationships/slideLayout" Target="../slideLayouts/slideLayout2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1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2.xml"/><Relationship Id="rId17" Type="http://schemas.openxmlformats.org/officeDocument/2006/relationships/slideLayout" Target="../slideLayouts/slideLayout27.xml"/><Relationship Id="rId25" Type="http://schemas.openxmlformats.org/officeDocument/2006/relationships/tags" Target="../tags/tag24.xml"/><Relationship Id="rId2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26.xml"/><Relationship Id="rId20" Type="http://schemas.openxmlformats.org/officeDocument/2006/relationships/slideLayout" Target="../slideLayouts/slideLayout30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24" Type="http://schemas.openxmlformats.org/officeDocument/2006/relationships/tags" Target="../tags/tag23.xml"/><Relationship Id="rId5" Type="http://schemas.openxmlformats.org/officeDocument/2006/relationships/slideLayout" Target="../slideLayouts/slideLayout15.xml"/><Relationship Id="rId15" Type="http://schemas.openxmlformats.org/officeDocument/2006/relationships/slideLayout" Target="../slideLayouts/slideLayout25.xml"/><Relationship Id="rId23" Type="http://schemas.openxmlformats.org/officeDocument/2006/relationships/tags" Target="../tags/tag22.xml"/><Relationship Id="rId10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9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24.xml"/><Relationship Id="rId22" Type="http://schemas.openxmlformats.org/officeDocument/2006/relationships/tags" Target="../tags/tag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82" r:id="rId9"/>
    <p:sldLayoutId id="2147483683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2"/>
            </p:custDataLst>
          </p:nvPr>
        </p:nvSpPr>
        <p:spPr>
          <a:xfrm>
            <a:off x="9144000" y="51435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9144000" y="51435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4"/>
            </p:custDataLst>
          </p:nvPr>
        </p:nvSpPr>
        <p:spPr>
          <a:xfrm>
            <a:off x="9144000" y="51435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251520" y="141540"/>
            <a:ext cx="7209801" cy="54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250826" y="951311"/>
            <a:ext cx="8640763" cy="3835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5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lvl="0"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8603552" y="4867006"/>
            <a:ext cx="288036" cy="2710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432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6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432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en-US" sz="600" b="1" kern="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4282" y="145267"/>
            <a:ext cx="905585" cy="39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339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</p:sldLayoutIdLst>
  <p:hf sldNum="0" hdr="0"/>
  <p:txStyles>
    <p:titleStyle>
      <a:lvl1pPr algn="l" defTabSz="432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18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6pPr>
      <a:lvl7pPr marL="914378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9pPr>
    </p:titleStyle>
    <p:bodyStyle>
      <a:lvl1pPr marL="189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350" baseline="0">
          <a:solidFill>
            <a:schemeClr val="tx1"/>
          </a:solidFill>
          <a:latin typeface="+mn-lt"/>
          <a:ea typeface="+mn-ea"/>
          <a:cs typeface="+mn-cs"/>
        </a:defRPr>
      </a:lvl1pPr>
      <a:lvl2pPr marL="378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200">
          <a:solidFill>
            <a:schemeClr val="tx1"/>
          </a:solidFill>
          <a:latin typeface="+mn-lt"/>
          <a:cs typeface="+mn-cs"/>
        </a:defRPr>
      </a:lvl2pPr>
      <a:lvl3pPr marL="567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3pPr>
      <a:lvl4pPr marL="756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4pPr>
      <a:lvl5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5pPr>
      <a:lvl6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6pPr>
      <a:lvl7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050">
          <a:solidFill>
            <a:schemeClr val="tx1"/>
          </a:solidFill>
          <a:latin typeface="+mn-lt"/>
          <a:cs typeface="+mn-cs"/>
        </a:defRPr>
      </a:lvl7pPr>
      <a:lvl8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050">
          <a:solidFill>
            <a:schemeClr val="tx1"/>
          </a:solidFill>
          <a:latin typeface="+mn-lt"/>
          <a:cs typeface="+mn-cs"/>
        </a:defRPr>
      </a:lvl8pPr>
      <a:lvl9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05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microsoft.com/office/2007/relationships/hdphoto" Target="../media/hdphoto1.wdp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microsoft.com/office/2007/relationships/hdphoto" Target="../media/hdphoto1.wdp"/><Relationship Id="rId7" Type="http://schemas.openxmlformats.org/officeDocument/2006/relationships/image" Target="../media/image14.png"/><Relationship Id="rId12" Type="http://schemas.openxmlformats.org/officeDocument/2006/relationships/image" Target="../media/image2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11" Type="http://schemas.openxmlformats.org/officeDocument/2006/relationships/image" Target="../media/image21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20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2.svg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12" Type="http://schemas.openxmlformats.org/officeDocument/2006/relationships/image" Target="../media/image2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23.png"/><Relationship Id="rId10" Type="http://schemas.openxmlformats.org/officeDocument/2006/relationships/image" Target="../media/image16.png"/><Relationship Id="rId4" Type="http://schemas.microsoft.com/office/2007/relationships/hdphoto" Target="../media/hdphoto1.wdp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12" Type="http://schemas.openxmlformats.org/officeDocument/2006/relationships/image" Target="../media/image2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11" Type="http://schemas.openxmlformats.org/officeDocument/2006/relationships/image" Target="../media/image21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microsoft.com/office/2007/relationships/hdphoto" Target="../media/hdphoto1.wdp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2.svg"/><Relationship Id="rId3" Type="http://schemas.openxmlformats.org/officeDocument/2006/relationships/image" Target="../media/image24.png"/><Relationship Id="rId7" Type="http://schemas.openxmlformats.org/officeDocument/2006/relationships/image" Target="../media/image13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6.png"/><Relationship Id="rId11" Type="http://schemas.openxmlformats.org/officeDocument/2006/relationships/image" Target="../media/image17.svg"/><Relationship Id="rId5" Type="http://schemas.openxmlformats.org/officeDocument/2006/relationships/image" Target="../media/image25.png"/><Relationship Id="rId10" Type="http://schemas.openxmlformats.org/officeDocument/2006/relationships/image" Target="../media/image16.png"/><Relationship Id="rId4" Type="http://schemas.openxmlformats.org/officeDocument/2006/relationships/image" Target="../media/image12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2.svg"/><Relationship Id="rId3" Type="http://schemas.openxmlformats.org/officeDocument/2006/relationships/image" Target="../media/image27.png"/><Relationship Id="rId7" Type="http://schemas.openxmlformats.org/officeDocument/2006/relationships/image" Target="../media/image15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4.png"/><Relationship Id="rId11" Type="http://schemas.openxmlformats.org/officeDocument/2006/relationships/image" Target="../media/image17.svg"/><Relationship Id="rId5" Type="http://schemas.openxmlformats.org/officeDocument/2006/relationships/image" Target="../media/image13.png"/><Relationship Id="rId10" Type="http://schemas.openxmlformats.org/officeDocument/2006/relationships/image" Target="../media/image16.png"/><Relationship Id="rId4" Type="http://schemas.openxmlformats.org/officeDocument/2006/relationships/image" Target="../media/image12.png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3B1B27D0-F339-1964-0699-A721AB08A3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PSOC Edge </a:t>
            </a:r>
            <a:br>
              <a:rPr lang="en" dirty="0"/>
            </a:br>
            <a:r>
              <a:rPr lang="en" dirty="0"/>
              <a:t>Smart HMI kit</a:t>
            </a:r>
            <a:br>
              <a:rPr lang="en" dirty="0"/>
            </a:br>
            <a:r>
              <a:rPr lang="en" dirty="0">
                <a:solidFill>
                  <a:srgbClr val="6CB4AD"/>
                </a:solidFill>
              </a:rPr>
              <a:t> UI mockups</a:t>
            </a:r>
            <a:endParaRPr dirty="0">
              <a:solidFill>
                <a:srgbClr val="6CB4AD"/>
              </a:solidFill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BF4183E-4B62-F8A5-A242-4A2F085938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F5485EF-7D0D-499E-8FC9-67B810D8E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72" y="902754"/>
            <a:ext cx="2929469" cy="2929469"/>
          </a:xfrm>
          <a:prstGeom prst="rect">
            <a:avLst/>
          </a:prstGeom>
          <a:ln>
            <a:noFill/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638CCAF-1505-4970-8060-EA83C0549F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1772" y="899015"/>
            <a:ext cx="2929469" cy="2929469"/>
          </a:xfrm>
          <a:prstGeom prst="rect">
            <a:avLst/>
          </a:prstGeom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0A84F84-A86F-4A5D-9089-454D1EF6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Better radar presence indication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5EC6-B4F2-43EB-A549-C445226BC6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14843-5D75-4F78-9E9D-92D9A76FAA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C43C52-326B-48AF-AB09-936079413910}"/>
              </a:ext>
            </a:extLst>
          </p:cNvPr>
          <p:cNvSpPr/>
          <p:nvPr/>
        </p:nvSpPr>
        <p:spPr bwMode="auto">
          <a:xfrm>
            <a:off x="4751254" y="1313917"/>
            <a:ext cx="317971" cy="3213634"/>
          </a:xfrm>
          <a:prstGeom prst="rect">
            <a:avLst/>
          </a:prstGeom>
          <a:solidFill>
            <a:srgbClr val="BFBFBF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0B02BF64-28D0-4A15-97A1-DFB49925E9C3}"/>
              </a:ext>
            </a:extLst>
          </p:cNvPr>
          <p:cNvSpPr/>
          <p:nvPr/>
        </p:nvSpPr>
        <p:spPr bwMode="auto">
          <a:xfrm rot="5400000">
            <a:off x="66831" y="20410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943FD4F0-2A7A-469F-BDB6-4722D9314C10}"/>
              </a:ext>
            </a:extLst>
          </p:cNvPr>
          <p:cNvSpPr/>
          <p:nvPr/>
        </p:nvSpPr>
        <p:spPr bwMode="auto">
          <a:xfrm rot="16200000" flipH="1">
            <a:off x="2326863" y="2041850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Block Arc 19">
            <a:extLst>
              <a:ext uri="{FF2B5EF4-FFF2-40B4-BE49-F238E27FC236}">
                <a16:creationId xmlns:a16="http://schemas.microsoft.com/office/drawing/2014/main" id="{3BF68E85-16FA-4222-B39E-17B6D4CE36A6}"/>
              </a:ext>
            </a:extLst>
          </p:cNvPr>
          <p:cNvSpPr/>
          <p:nvPr/>
        </p:nvSpPr>
        <p:spPr bwMode="auto">
          <a:xfrm>
            <a:off x="1222088" y="1700978"/>
            <a:ext cx="1324717" cy="1324717"/>
          </a:xfrm>
          <a:prstGeom prst="blockArc">
            <a:avLst>
              <a:gd name="adj1" fmla="val 10800000"/>
              <a:gd name="adj2" fmla="val 10799996"/>
              <a:gd name="adj3" fmla="val 18018"/>
            </a:avLst>
          </a:prstGeom>
          <a:gradFill>
            <a:gsLst>
              <a:gs pos="0">
                <a:srgbClr val="656464"/>
              </a:gs>
              <a:gs pos="74000">
                <a:srgbClr val="414852"/>
              </a:gs>
              <a:gs pos="100000">
                <a:srgbClr val="39404A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622311-4BC5-40AF-8223-CC2F9D32AAF9}"/>
              </a:ext>
            </a:extLst>
          </p:cNvPr>
          <p:cNvSpPr/>
          <p:nvPr/>
        </p:nvSpPr>
        <p:spPr bwMode="auto">
          <a:xfrm>
            <a:off x="1460126" y="1940874"/>
            <a:ext cx="844924" cy="844924"/>
          </a:xfrm>
          <a:prstGeom prst="ellipse">
            <a:avLst/>
          </a:prstGeom>
          <a:gradFill>
            <a:gsLst>
              <a:gs pos="0">
                <a:schemeClr val="tx1">
                  <a:lumMod val="90000"/>
                  <a:lumOff val="10000"/>
                  <a:alpha val="80000"/>
                </a:schemeClr>
              </a:gs>
              <a:gs pos="74000">
                <a:srgbClr val="101820">
                  <a:alpha val="80000"/>
                </a:srgbClr>
              </a:gs>
              <a:gs pos="100000">
                <a:srgbClr val="181820">
                  <a:alpha val="80000"/>
                </a:srgbClr>
              </a:gs>
            </a:gsLst>
            <a:lin ang="5400000" scaled="1"/>
          </a:gradFill>
          <a:ln w="9525">
            <a:solidFill>
              <a:srgbClr val="5C676C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FEE0C51-2C2C-4B1B-9B88-DFA9EB756982}"/>
              </a:ext>
            </a:extLst>
          </p:cNvPr>
          <p:cNvGrpSpPr/>
          <p:nvPr/>
        </p:nvGrpSpPr>
        <p:grpSpPr>
          <a:xfrm>
            <a:off x="1506203" y="2055869"/>
            <a:ext cx="833235" cy="648530"/>
            <a:chOff x="1506203" y="2055869"/>
            <a:chExt cx="833235" cy="6485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51FB621-9661-4603-AF66-8A3B2C696C18}"/>
                </a:ext>
              </a:extLst>
            </p:cNvPr>
            <p:cNvSpPr/>
            <p:nvPr/>
          </p:nvSpPr>
          <p:spPr>
            <a:xfrm>
              <a:off x="1506203" y="2058068"/>
              <a:ext cx="70403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27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5845BD0-6237-44CA-A2E2-439DE06DB547}"/>
                </a:ext>
              </a:extLst>
            </p:cNvPr>
            <p:cNvSpPr/>
            <p:nvPr/>
          </p:nvSpPr>
          <p:spPr>
            <a:xfrm>
              <a:off x="2010502" y="2055869"/>
              <a:ext cx="32893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en-US" sz="2800" dirty="0">
                  <a:solidFill>
                    <a:schemeClr val="bg1">
                      <a:lumMod val="95000"/>
                    </a:schemeClr>
                  </a:solidFill>
                  <a:latin typeface="Montserrat"/>
                </a:rPr>
                <a:t>°</a:t>
              </a:r>
              <a:endParaRPr lang="en-US" sz="2800" dirty="0">
                <a:solidFill>
                  <a:schemeClr val="bg1">
                    <a:lumMod val="95000"/>
                  </a:schemeClr>
                </a:solidFill>
                <a:latin typeface="Montserrat"/>
                <a:ea typeface="Roboto" panose="02000000000000000000" pitchFamily="2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12172F1-3646-431D-9CAB-04CBAB17926F}"/>
              </a:ext>
            </a:extLst>
          </p:cNvPr>
          <p:cNvGrpSpPr/>
          <p:nvPr/>
        </p:nvGrpSpPr>
        <p:grpSpPr>
          <a:xfrm>
            <a:off x="323538" y="1825492"/>
            <a:ext cx="2997336" cy="1918335"/>
            <a:chOff x="4966189" y="2403842"/>
            <a:chExt cx="2997336" cy="1918335"/>
          </a:xfrm>
        </p:grpSpPr>
        <p:pic>
          <p:nvPicPr>
            <p:cNvPr id="49" name="Picture 48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579792C4-CE34-4DE8-8A61-4AC9EB4F2F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6566" y="2953793"/>
              <a:ext cx="386261" cy="386261"/>
            </a:xfrm>
            <a:prstGeom prst="rect">
              <a:avLst/>
            </a:prstGeom>
          </p:spPr>
        </p:pic>
        <p:pic>
          <p:nvPicPr>
            <p:cNvPr id="50" name="Picture 49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49655F83-E267-46CC-828F-9898AC6E5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2140" y="2421331"/>
              <a:ext cx="310753" cy="310753"/>
            </a:xfrm>
            <a:prstGeom prst="rect">
              <a:avLst/>
            </a:prstGeom>
          </p:spPr>
        </p:pic>
        <p:pic>
          <p:nvPicPr>
            <p:cNvPr id="51" name="Picture 50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8284C9DA-5556-4C1E-8F56-0022285E0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52" name="Picture 51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2D9CB2B0-D297-4164-9F65-42A53798B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53" name="Picture 33">
              <a:extLst>
                <a:ext uri="{FF2B5EF4-FFF2-40B4-BE49-F238E27FC236}">
                  <a16:creationId xmlns:a16="http://schemas.microsoft.com/office/drawing/2014/main" id="{DDFC75ED-D600-44A0-BC7A-7B9FF1C96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11EC639-3F46-47F8-8723-C4FADE95C7B7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CE00E8A-5A88-444F-98AF-00A61D41B0A1}"/>
                </a:ext>
              </a:extLst>
            </p:cNvPr>
            <p:cNvSpPr txBox="1"/>
            <p:nvPr/>
          </p:nvSpPr>
          <p:spPr bwMode="auto">
            <a:xfrm>
              <a:off x="72720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BF632-64B7-4563-8DF0-8C024CBE97A1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A8EA8AD-E1DE-455C-9F6A-E4588407AD8F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87D92E2-CB87-40F2-A943-D511A5F15BE5}"/>
                </a:ext>
              </a:extLst>
            </p:cNvPr>
            <p:cNvSpPr txBox="1"/>
            <p:nvPr/>
          </p:nvSpPr>
          <p:spPr bwMode="auto">
            <a:xfrm>
              <a:off x="73067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D5477414-00D1-B8C7-635A-3A93A24AA9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0917" y="687484"/>
            <a:ext cx="3762177" cy="376217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4BBC91B-C94A-4029-881E-CEA7327DE556}"/>
              </a:ext>
            </a:extLst>
          </p:cNvPr>
          <p:cNvSpPr txBox="1"/>
          <p:nvPr/>
        </p:nvSpPr>
        <p:spPr bwMode="auto">
          <a:xfrm>
            <a:off x="693877" y="3609913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PRESENCE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D98E331-BB11-62A5-8D3F-D9DA5F24FD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8684" y="3296680"/>
            <a:ext cx="327169" cy="327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680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09173-A665-BDF3-D460-9031573C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69">
            <a:extLst>
              <a:ext uri="{FF2B5EF4-FFF2-40B4-BE49-F238E27FC236}">
                <a16:creationId xmlns:a16="http://schemas.microsoft.com/office/drawing/2014/main" id="{96D2E277-F478-FC3C-4D9F-101F21ECB8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1593" y="899015"/>
            <a:ext cx="2921907" cy="2921907"/>
          </a:xfrm>
          <a:prstGeom prst="rect">
            <a:avLst/>
          </a:prstGeom>
          <a:ln>
            <a:noFill/>
          </a:ln>
        </p:spPr>
      </p:pic>
      <p:sp>
        <p:nvSpPr>
          <p:cNvPr id="135" name="Rectangle 134">
            <a:extLst>
              <a:ext uri="{FF2B5EF4-FFF2-40B4-BE49-F238E27FC236}">
                <a16:creationId xmlns:a16="http://schemas.microsoft.com/office/drawing/2014/main" id="{B219D432-D108-A0B2-F3AC-128A9CC8E66E}"/>
              </a:ext>
            </a:extLst>
          </p:cNvPr>
          <p:cNvSpPr/>
          <p:nvPr/>
        </p:nvSpPr>
        <p:spPr bwMode="auto">
          <a:xfrm>
            <a:off x="323538" y="4365515"/>
            <a:ext cx="3184837" cy="408483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FE48AD4-693F-F3C5-3698-416C8488C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9565" y="1103883"/>
            <a:ext cx="3201031" cy="32010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B90D98B-05AB-6F24-FF83-B8B2C9354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343" y="131708"/>
            <a:ext cx="7209801" cy="540000"/>
          </a:xfrm>
        </p:spPr>
        <p:txBody>
          <a:bodyPr/>
          <a:lstStyle/>
          <a:p>
            <a:r>
              <a:rPr lang="en-US" dirty="0"/>
              <a:t>Background image</a:t>
            </a:r>
            <a:br>
              <a:rPr lang="en-US" dirty="0"/>
            </a:b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E2E091-C9B6-A9A3-B0C1-7FE54A811B5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CABCB-F43B-87F3-8AF1-26728BF5727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2444B42D-B3E4-D255-0F16-AD9BDCB8A1FE}"/>
              </a:ext>
            </a:extLst>
          </p:cNvPr>
          <p:cNvSpPr/>
          <p:nvPr/>
        </p:nvSpPr>
        <p:spPr bwMode="auto">
          <a:xfrm rot="5400000">
            <a:off x="66831" y="20410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D5959FBF-54AA-C9B8-92FB-B9B25C426EDA}"/>
              </a:ext>
            </a:extLst>
          </p:cNvPr>
          <p:cNvSpPr/>
          <p:nvPr/>
        </p:nvSpPr>
        <p:spPr bwMode="auto">
          <a:xfrm rot="16200000" flipH="1">
            <a:off x="2326863" y="2041850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Block Arc 19">
            <a:extLst>
              <a:ext uri="{FF2B5EF4-FFF2-40B4-BE49-F238E27FC236}">
                <a16:creationId xmlns:a16="http://schemas.microsoft.com/office/drawing/2014/main" id="{4B8E31D3-347B-5E1E-2B55-2547AAC0CA6A}"/>
              </a:ext>
            </a:extLst>
          </p:cNvPr>
          <p:cNvSpPr/>
          <p:nvPr/>
        </p:nvSpPr>
        <p:spPr bwMode="auto">
          <a:xfrm>
            <a:off x="1222088" y="1700978"/>
            <a:ext cx="1324717" cy="1324717"/>
          </a:xfrm>
          <a:prstGeom prst="blockArc">
            <a:avLst>
              <a:gd name="adj1" fmla="val 10800000"/>
              <a:gd name="adj2" fmla="val 10799996"/>
              <a:gd name="adj3" fmla="val 18018"/>
            </a:avLst>
          </a:prstGeom>
          <a:gradFill>
            <a:gsLst>
              <a:gs pos="0">
                <a:srgbClr val="656464"/>
              </a:gs>
              <a:gs pos="74000">
                <a:srgbClr val="414852"/>
              </a:gs>
              <a:gs pos="100000">
                <a:srgbClr val="39404A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67FAB3A-80B1-CBB6-77A0-1028E4FC1785}"/>
              </a:ext>
            </a:extLst>
          </p:cNvPr>
          <p:cNvSpPr/>
          <p:nvPr/>
        </p:nvSpPr>
        <p:spPr bwMode="auto">
          <a:xfrm>
            <a:off x="1460126" y="1940874"/>
            <a:ext cx="844924" cy="844924"/>
          </a:xfrm>
          <a:prstGeom prst="ellipse">
            <a:avLst/>
          </a:prstGeom>
          <a:gradFill>
            <a:gsLst>
              <a:gs pos="0">
                <a:schemeClr val="tx1">
                  <a:lumMod val="90000"/>
                  <a:lumOff val="10000"/>
                  <a:alpha val="80000"/>
                </a:schemeClr>
              </a:gs>
              <a:gs pos="74000">
                <a:srgbClr val="101820">
                  <a:alpha val="80000"/>
                </a:srgbClr>
              </a:gs>
              <a:gs pos="100000">
                <a:srgbClr val="181820">
                  <a:alpha val="80000"/>
                </a:srgbClr>
              </a:gs>
            </a:gsLst>
            <a:lin ang="5400000" scaled="1"/>
          </a:gradFill>
          <a:ln w="9525">
            <a:solidFill>
              <a:srgbClr val="5C676C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345348D-57E7-CC0F-EC94-833B2979B8B2}"/>
              </a:ext>
            </a:extLst>
          </p:cNvPr>
          <p:cNvGrpSpPr/>
          <p:nvPr/>
        </p:nvGrpSpPr>
        <p:grpSpPr>
          <a:xfrm>
            <a:off x="1506203" y="2055869"/>
            <a:ext cx="833235" cy="648530"/>
            <a:chOff x="1506203" y="2055869"/>
            <a:chExt cx="833235" cy="6485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A748786-CF78-DB2C-31B3-9C16688193EE}"/>
                </a:ext>
              </a:extLst>
            </p:cNvPr>
            <p:cNvSpPr/>
            <p:nvPr/>
          </p:nvSpPr>
          <p:spPr>
            <a:xfrm>
              <a:off x="1506203" y="2058068"/>
              <a:ext cx="70403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27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1708DE-B36C-C5DB-1F0A-257F49503AC6}"/>
                </a:ext>
              </a:extLst>
            </p:cNvPr>
            <p:cNvSpPr/>
            <p:nvPr/>
          </p:nvSpPr>
          <p:spPr>
            <a:xfrm>
              <a:off x="2010502" y="2055869"/>
              <a:ext cx="32893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en-US" sz="2800" dirty="0">
                  <a:solidFill>
                    <a:schemeClr val="bg1">
                      <a:lumMod val="95000"/>
                    </a:schemeClr>
                  </a:solidFill>
                  <a:latin typeface="Montserrat"/>
                </a:rPr>
                <a:t>°</a:t>
              </a:r>
              <a:endParaRPr lang="en-US" sz="2800" dirty="0">
                <a:solidFill>
                  <a:schemeClr val="bg1">
                    <a:lumMod val="95000"/>
                  </a:schemeClr>
                </a:solidFill>
                <a:latin typeface="Montserrat"/>
                <a:ea typeface="Roboto" panose="02000000000000000000" pitchFamily="2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2C31CD5-7106-1E0E-4FDF-C46B7A25E6D4}"/>
              </a:ext>
            </a:extLst>
          </p:cNvPr>
          <p:cNvGrpSpPr/>
          <p:nvPr/>
        </p:nvGrpSpPr>
        <p:grpSpPr>
          <a:xfrm>
            <a:off x="342597" y="1892952"/>
            <a:ext cx="3032950" cy="1892069"/>
            <a:chOff x="4985753" y="2421331"/>
            <a:chExt cx="3114721" cy="1943080"/>
          </a:xfrm>
        </p:grpSpPr>
        <p:pic>
          <p:nvPicPr>
            <p:cNvPr id="49" name="Picture 48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63214B3F-DF22-0FA3-BA6C-F8590C62ED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73516" y="2953793"/>
              <a:ext cx="386261" cy="386261"/>
            </a:xfrm>
            <a:prstGeom prst="rect">
              <a:avLst/>
            </a:prstGeom>
          </p:spPr>
        </p:pic>
        <p:pic>
          <p:nvPicPr>
            <p:cNvPr id="50" name="Picture 49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5695B650-3B6C-D13F-5D64-82A4301EA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9088" y="2421331"/>
              <a:ext cx="310753" cy="310753"/>
            </a:xfrm>
            <a:prstGeom prst="rect">
              <a:avLst/>
            </a:prstGeom>
          </p:spPr>
        </p:pic>
        <p:pic>
          <p:nvPicPr>
            <p:cNvPr id="51" name="Picture 50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88E06A24-E74D-8F84-6EFA-F581C0B67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58562" y="2990924"/>
              <a:ext cx="361847" cy="361847"/>
            </a:xfrm>
            <a:prstGeom prst="rect">
              <a:avLst/>
            </a:prstGeom>
          </p:spPr>
        </p:pic>
        <p:pic>
          <p:nvPicPr>
            <p:cNvPr id="52" name="Picture 51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F505A953-A8F9-CC16-DA6A-D8A1206B3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7444" y="2424588"/>
              <a:ext cx="317109" cy="317110"/>
            </a:xfrm>
            <a:prstGeom prst="rect">
              <a:avLst/>
            </a:prstGeom>
          </p:spPr>
        </p:pic>
        <p:pic>
          <p:nvPicPr>
            <p:cNvPr id="53" name="Picture 33">
              <a:extLst>
                <a:ext uri="{FF2B5EF4-FFF2-40B4-BE49-F238E27FC236}">
                  <a16:creationId xmlns:a16="http://schemas.microsoft.com/office/drawing/2014/main" id="{5C563DE6-43D0-443C-734F-BEADAFE4532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F4E4AF1-568F-25B6-6985-15B7721AB31F}"/>
                </a:ext>
              </a:extLst>
            </p:cNvPr>
            <p:cNvSpPr txBox="1"/>
            <p:nvPr/>
          </p:nvSpPr>
          <p:spPr bwMode="auto">
            <a:xfrm>
              <a:off x="5015017" y="2731821"/>
              <a:ext cx="656785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426DA74-29F4-F3B0-E66B-DAF8BD6EA517}"/>
                </a:ext>
              </a:extLst>
            </p:cNvPr>
            <p:cNvSpPr txBox="1"/>
            <p:nvPr/>
          </p:nvSpPr>
          <p:spPr bwMode="auto">
            <a:xfrm>
              <a:off x="5341419" y="4242064"/>
              <a:ext cx="656785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0806EC7-8043-E8EF-5A02-4806289109A7}"/>
                </a:ext>
              </a:extLst>
            </p:cNvPr>
            <p:cNvSpPr txBox="1"/>
            <p:nvPr/>
          </p:nvSpPr>
          <p:spPr bwMode="auto">
            <a:xfrm>
              <a:off x="7404102" y="2719000"/>
              <a:ext cx="656785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A013A13-0D06-47CF-BAA7-CC8204DA928C}"/>
                </a:ext>
              </a:extLst>
            </p:cNvPr>
            <p:cNvSpPr txBox="1"/>
            <p:nvPr/>
          </p:nvSpPr>
          <p:spPr bwMode="auto">
            <a:xfrm>
              <a:off x="7099120" y="4239783"/>
              <a:ext cx="743757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C5FF157-6D09-6B97-44DB-02269F2ABC2D}"/>
                </a:ext>
              </a:extLst>
            </p:cNvPr>
            <p:cNvSpPr txBox="1"/>
            <p:nvPr/>
          </p:nvSpPr>
          <p:spPr bwMode="auto">
            <a:xfrm>
              <a:off x="4985753" y="3322026"/>
              <a:ext cx="743757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59" name="Graphic 58" descr="Man outline">
              <a:extLst>
                <a:ext uri="{FF2B5EF4-FFF2-40B4-BE49-F238E27FC236}">
                  <a16:creationId xmlns:a16="http://schemas.microsoft.com/office/drawing/2014/main" id="{369A8F6E-4593-48B3-D853-C0FE17345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02DD352-D82D-3020-1E54-38EAE95F6D5E}"/>
                </a:ext>
              </a:extLst>
            </p:cNvPr>
            <p:cNvSpPr txBox="1"/>
            <p:nvPr/>
          </p:nvSpPr>
          <p:spPr bwMode="auto">
            <a:xfrm>
              <a:off x="7443689" y="3325312"/>
              <a:ext cx="656785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  <p:sp>
        <p:nvSpPr>
          <p:cNvPr id="22" name="Rectangle: Top Corners Rounded 21">
            <a:extLst>
              <a:ext uri="{FF2B5EF4-FFF2-40B4-BE49-F238E27FC236}">
                <a16:creationId xmlns:a16="http://schemas.microsoft.com/office/drawing/2014/main" id="{9F20BB76-7199-47F8-6012-F5406F4D62EB}"/>
              </a:ext>
            </a:extLst>
          </p:cNvPr>
          <p:cNvSpPr/>
          <p:nvPr/>
        </p:nvSpPr>
        <p:spPr bwMode="auto">
          <a:xfrm rot="10800000">
            <a:off x="4715726" y="1087623"/>
            <a:ext cx="2916905" cy="585522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50000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63500" dist="38100" dir="5400000" sx="101000" sy="101000" algn="t" rotWithShape="0">
              <a:prstClr val="black">
                <a:alpha val="5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9" name="Rectangle: Top Corners Rounded 68">
            <a:extLst>
              <a:ext uri="{FF2B5EF4-FFF2-40B4-BE49-F238E27FC236}">
                <a16:creationId xmlns:a16="http://schemas.microsoft.com/office/drawing/2014/main" id="{10483FE2-5AE6-E339-1363-B899B20A181F}"/>
              </a:ext>
            </a:extLst>
          </p:cNvPr>
          <p:cNvSpPr/>
          <p:nvPr/>
        </p:nvSpPr>
        <p:spPr bwMode="auto">
          <a:xfrm rot="10800000">
            <a:off x="554573" y="869279"/>
            <a:ext cx="2663154" cy="543053"/>
          </a:xfrm>
          <a:prstGeom prst="round2SameRect">
            <a:avLst>
              <a:gd name="adj1" fmla="val 37899"/>
              <a:gd name="adj2" fmla="val 0"/>
            </a:avLst>
          </a:prstGeom>
          <a:solidFill>
            <a:srgbClr val="086259">
              <a:alpha val="50000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63500" dist="38100" dir="5400000" sx="101000" sy="101000" algn="t" rotWithShape="0">
              <a:prstClr val="black">
                <a:alpha val="5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98DA128-7118-AD06-9D48-43212ADBFA3F}"/>
              </a:ext>
            </a:extLst>
          </p:cNvPr>
          <p:cNvSpPr/>
          <p:nvPr/>
        </p:nvSpPr>
        <p:spPr bwMode="auto">
          <a:xfrm>
            <a:off x="389283" y="4516176"/>
            <a:ext cx="133652" cy="225561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>
            <a:glow rad="38100">
              <a:schemeClr val="accent4">
                <a:satMod val="175000"/>
                <a:alpha val="2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F1C4B3C-1FF1-12F2-C402-A0E297232BB2}"/>
              </a:ext>
            </a:extLst>
          </p:cNvPr>
          <p:cNvSpPr/>
          <p:nvPr/>
        </p:nvSpPr>
        <p:spPr bwMode="auto">
          <a:xfrm>
            <a:off x="389283" y="4476603"/>
            <a:ext cx="133652" cy="41425"/>
          </a:xfrm>
          <a:prstGeom prst="rect">
            <a:avLst/>
          </a:prstGeom>
          <a:solidFill>
            <a:schemeClr val="accent5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5DA86AB-B8CC-B643-FF31-EECE85090AC7}"/>
              </a:ext>
            </a:extLst>
          </p:cNvPr>
          <p:cNvSpPr/>
          <p:nvPr/>
        </p:nvSpPr>
        <p:spPr bwMode="auto">
          <a:xfrm>
            <a:off x="389283" y="4437594"/>
            <a:ext cx="133652" cy="39674"/>
          </a:xfrm>
          <a:prstGeom prst="rect">
            <a:avLst/>
          </a:prstGeom>
          <a:solidFill>
            <a:schemeClr val="accent3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1D8067D-519A-01D4-EF79-DD05895B88D6}"/>
              </a:ext>
            </a:extLst>
          </p:cNvPr>
          <p:cNvSpPr/>
          <p:nvPr/>
        </p:nvSpPr>
        <p:spPr bwMode="auto">
          <a:xfrm>
            <a:off x="389283" y="4396270"/>
            <a:ext cx="133652" cy="41425"/>
          </a:xfrm>
          <a:prstGeom prst="rect">
            <a:avLst/>
          </a:prstGeom>
          <a:solidFill>
            <a:srgbClr val="FF0000">
              <a:alpha val="40000"/>
            </a:srgb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AF7EF64-BD9F-CEE6-60CE-3287EB3FDE2B}"/>
              </a:ext>
            </a:extLst>
          </p:cNvPr>
          <p:cNvSpPr/>
          <p:nvPr/>
        </p:nvSpPr>
        <p:spPr bwMode="auto">
          <a:xfrm>
            <a:off x="608509" y="4696018"/>
            <a:ext cx="133652" cy="45719"/>
          </a:xfrm>
          <a:prstGeom prst="rect">
            <a:avLst/>
          </a:prstGeom>
          <a:solidFill>
            <a:schemeClr val="accent4">
              <a:alpha val="4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A98BABDD-2428-8B8A-8D93-A49F1D2824B5}"/>
              </a:ext>
            </a:extLst>
          </p:cNvPr>
          <p:cNvSpPr/>
          <p:nvPr/>
        </p:nvSpPr>
        <p:spPr bwMode="auto">
          <a:xfrm>
            <a:off x="608509" y="4476603"/>
            <a:ext cx="133652" cy="219415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>
            <a:glow rad="38100">
              <a:schemeClr val="accent5">
                <a:alpha val="2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82E548FD-A545-1A82-19B0-F5F222EE4EE1}"/>
              </a:ext>
            </a:extLst>
          </p:cNvPr>
          <p:cNvSpPr/>
          <p:nvPr/>
        </p:nvSpPr>
        <p:spPr bwMode="auto">
          <a:xfrm>
            <a:off x="608509" y="4437594"/>
            <a:ext cx="133652" cy="39674"/>
          </a:xfrm>
          <a:prstGeom prst="rect">
            <a:avLst/>
          </a:prstGeom>
          <a:solidFill>
            <a:schemeClr val="accent3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06EB590-ACAD-87D7-651A-C89EA3126CBC}"/>
              </a:ext>
            </a:extLst>
          </p:cNvPr>
          <p:cNvSpPr/>
          <p:nvPr/>
        </p:nvSpPr>
        <p:spPr bwMode="auto">
          <a:xfrm>
            <a:off x="608509" y="4396270"/>
            <a:ext cx="133652" cy="41425"/>
          </a:xfrm>
          <a:prstGeom prst="rect">
            <a:avLst/>
          </a:prstGeom>
          <a:solidFill>
            <a:srgbClr val="FF0000">
              <a:alpha val="40000"/>
            </a:srgb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7E37716-49E8-66E5-0FCE-C13881CB147E}"/>
              </a:ext>
            </a:extLst>
          </p:cNvPr>
          <p:cNvSpPr/>
          <p:nvPr/>
        </p:nvSpPr>
        <p:spPr bwMode="auto">
          <a:xfrm>
            <a:off x="827735" y="4696018"/>
            <a:ext cx="133652" cy="45719"/>
          </a:xfrm>
          <a:prstGeom prst="rect">
            <a:avLst/>
          </a:prstGeom>
          <a:solidFill>
            <a:schemeClr val="accent4">
              <a:alpha val="4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3CDA15A-41EA-8ED7-2195-40D6547CACD4}"/>
              </a:ext>
            </a:extLst>
          </p:cNvPr>
          <p:cNvSpPr/>
          <p:nvPr/>
        </p:nvSpPr>
        <p:spPr bwMode="auto">
          <a:xfrm>
            <a:off x="827735" y="4650299"/>
            <a:ext cx="133652" cy="45719"/>
          </a:xfrm>
          <a:prstGeom prst="rect">
            <a:avLst/>
          </a:prstGeom>
          <a:solidFill>
            <a:schemeClr val="accent5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4AAA494-3049-691F-04CC-9EC30CA62178}"/>
              </a:ext>
            </a:extLst>
          </p:cNvPr>
          <p:cNvSpPr/>
          <p:nvPr/>
        </p:nvSpPr>
        <p:spPr bwMode="auto">
          <a:xfrm>
            <a:off x="827735" y="4437593"/>
            <a:ext cx="133652" cy="212705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>
            <a:glow rad="38100">
              <a:schemeClr val="accent3">
                <a:alpha val="2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7560C158-E3EB-A789-67C0-CD12502B8E95}"/>
              </a:ext>
            </a:extLst>
          </p:cNvPr>
          <p:cNvSpPr/>
          <p:nvPr/>
        </p:nvSpPr>
        <p:spPr bwMode="auto">
          <a:xfrm>
            <a:off x="827735" y="4396270"/>
            <a:ext cx="133652" cy="41425"/>
          </a:xfrm>
          <a:prstGeom prst="rect">
            <a:avLst/>
          </a:prstGeom>
          <a:solidFill>
            <a:srgbClr val="FF0000">
              <a:alpha val="40000"/>
            </a:srgb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3BBE0F94-B061-75A0-E48A-D02D3C78D4B4}"/>
              </a:ext>
            </a:extLst>
          </p:cNvPr>
          <p:cNvSpPr/>
          <p:nvPr/>
        </p:nvSpPr>
        <p:spPr bwMode="auto">
          <a:xfrm>
            <a:off x="1016818" y="4696018"/>
            <a:ext cx="133652" cy="45719"/>
          </a:xfrm>
          <a:prstGeom prst="rect">
            <a:avLst/>
          </a:prstGeom>
          <a:solidFill>
            <a:schemeClr val="accent4">
              <a:alpha val="4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B46B5CA6-70AC-65CB-64C7-55AC84F9B3C1}"/>
              </a:ext>
            </a:extLst>
          </p:cNvPr>
          <p:cNvSpPr/>
          <p:nvPr/>
        </p:nvSpPr>
        <p:spPr bwMode="auto">
          <a:xfrm>
            <a:off x="1016818" y="4650299"/>
            <a:ext cx="133652" cy="45719"/>
          </a:xfrm>
          <a:prstGeom prst="rect">
            <a:avLst/>
          </a:prstGeom>
          <a:solidFill>
            <a:schemeClr val="accent5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14E32CEE-91A1-F876-BDAF-F8A57560A80C}"/>
              </a:ext>
            </a:extLst>
          </p:cNvPr>
          <p:cNvSpPr/>
          <p:nvPr/>
        </p:nvSpPr>
        <p:spPr bwMode="auto">
          <a:xfrm>
            <a:off x="1016818" y="4604579"/>
            <a:ext cx="133652" cy="45719"/>
          </a:xfrm>
          <a:prstGeom prst="rect">
            <a:avLst/>
          </a:prstGeom>
          <a:solidFill>
            <a:schemeClr val="accent3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F601E27-98F6-3A11-5A17-98047CDF4754}"/>
              </a:ext>
            </a:extLst>
          </p:cNvPr>
          <p:cNvSpPr/>
          <p:nvPr/>
        </p:nvSpPr>
        <p:spPr bwMode="auto">
          <a:xfrm>
            <a:off x="1016818" y="4396270"/>
            <a:ext cx="133652" cy="208308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>
            <a:glow rad="38100">
              <a:srgbClr val="FF0000">
                <a:alpha val="20000"/>
              </a:srgb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8E40E9-39B2-BA2F-524C-44C6D0012D2C}"/>
              </a:ext>
            </a:extLst>
          </p:cNvPr>
          <p:cNvSpPr/>
          <p:nvPr/>
        </p:nvSpPr>
        <p:spPr bwMode="auto">
          <a:xfrm>
            <a:off x="1429734" y="4513829"/>
            <a:ext cx="133652" cy="225561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>
            <a:glow rad="38100">
              <a:schemeClr val="accent4">
                <a:satMod val="175000"/>
                <a:alpha val="2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9E70CE-FAF4-E3B6-236D-1FA9E2849B07}"/>
              </a:ext>
            </a:extLst>
          </p:cNvPr>
          <p:cNvSpPr/>
          <p:nvPr/>
        </p:nvSpPr>
        <p:spPr bwMode="auto">
          <a:xfrm>
            <a:off x="1429734" y="4474256"/>
            <a:ext cx="133652" cy="41425"/>
          </a:xfrm>
          <a:prstGeom prst="rect">
            <a:avLst/>
          </a:prstGeom>
          <a:solidFill>
            <a:schemeClr val="accent5">
              <a:alpha val="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52BF66-9A9B-1B86-24B4-FA99AF84F80B}"/>
              </a:ext>
            </a:extLst>
          </p:cNvPr>
          <p:cNvSpPr/>
          <p:nvPr/>
        </p:nvSpPr>
        <p:spPr bwMode="auto">
          <a:xfrm>
            <a:off x="1429734" y="4435247"/>
            <a:ext cx="133652" cy="39674"/>
          </a:xfrm>
          <a:prstGeom prst="rect">
            <a:avLst/>
          </a:prstGeom>
          <a:solidFill>
            <a:schemeClr val="accent3">
              <a:alpha val="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185989-0D1B-7494-018D-C7A14AF60FBE}"/>
              </a:ext>
            </a:extLst>
          </p:cNvPr>
          <p:cNvSpPr/>
          <p:nvPr/>
        </p:nvSpPr>
        <p:spPr bwMode="auto">
          <a:xfrm>
            <a:off x="1429734" y="4393923"/>
            <a:ext cx="133652" cy="41425"/>
          </a:xfrm>
          <a:prstGeom prst="rect">
            <a:avLst/>
          </a:prstGeom>
          <a:solidFill>
            <a:srgbClr val="FF0000">
              <a:alpha val="0"/>
            </a:srgb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3C8449-43F8-B301-2B4F-3C02F208A5F4}"/>
              </a:ext>
            </a:extLst>
          </p:cNvPr>
          <p:cNvSpPr/>
          <p:nvPr/>
        </p:nvSpPr>
        <p:spPr bwMode="auto">
          <a:xfrm>
            <a:off x="1648960" y="4693671"/>
            <a:ext cx="133652" cy="45719"/>
          </a:xfrm>
          <a:prstGeom prst="rect">
            <a:avLst/>
          </a:prstGeom>
          <a:solidFill>
            <a:schemeClr val="accent4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D8187B-F759-4F9F-2F69-FC9DFE8D9BB6}"/>
              </a:ext>
            </a:extLst>
          </p:cNvPr>
          <p:cNvSpPr/>
          <p:nvPr/>
        </p:nvSpPr>
        <p:spPr bwMode="auto">
          <a:xfrm>
            <a:off x="1648960" y="4474256"/>
            <a:ext cx="133652" cy="219415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>
            <a:glow rad="38100">
              <a:schemeClr val="accent5">
                <a:alpha val="2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06345C-4A15-1739-89A5-239B97F3E935}"/>
              </a:ext>
            </a:extLst>
          </p:cNvPr>
          <p:cNvSpPr/>
          <p:nvPr/>
        </p:nvSpPr>
        <p:spPr bwMode="auto">
          <a:xfrm>
            <a:off x="1648960" y="4435247"/>
            <a:ext cx="133652" cy="39674"/>
          </a:xfrm>
          <a:prstGeom prst="rect">
            <a:avLst/>
          </a:prstGeom>
          <a:solidFill>
            <a:schemeClr val="accent3">
              <a:alpha val="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CFD59-B3AB-4933-5A7E-0BBD188A32F5}"/>
              </a:ext>
            </a:extLst>
          </p:cNvPr>
          <p:cNvSpPr/>
          <p:nvPr/>
        </p:nvSpPr>
        <p:spPr bwMode="auto">
          <a:xfrm>
            <a:off x="1648960" y="4393923"/>
            <a:ext cx="133652" cy="41425"/>
          </a:xfrm>
          <a:prstGeom prst="rect">
            <a:avLst/>
          </a:prstGeom>
          <a:solidFill>
            <a:srgbClr val="FF0000">
              <a:alpha val="0"/>
            </a:srgb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D8207AF-E010-9C18-94CC-EBBD4C3692A7}"/>
              </a:ext>
            </a:extLst>
          </p:cNvPr>
          <p:cNvSpPr/>
          <p:nvPr/>
        </p:nvSpPr>
        <p:spPr bwMode="auto">
          <a:xfrm>
            <a:off x="1868186" y="4693671"/>
            <a:ext cx="133652" cy="45719"/>
          </a:xfrm>
          <a:prstGeom prst="rect">
            <a:avLst/>
          </a:prstGeom>
          <a:solidFill>
            <a:schemeClr val="accent4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60487B9-B306-DFE7-F27F-0A4235279204}"/>
              </a:ext>
            </a:extLst>
          </p:cNvPr>
          <p:cNvSpPr/>
          <p:nvPr/>
        </p:nvSpPr>
        <p:spPr bwMode="auto">
          <a:xfrm>
            <a:off x="1868186" y="4647952"/>
            <a:ext cx="133652" cy="45719"/>
          </a:xfrm>
          <a:prstGeom prst="rect">
            <a:avLst/>
          </a:prstGeom>
          <a:solidFill>
            <a:schemeClr val="accent5">
              <a:alpha val="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99DF6A-9B13-076A-8118-366BFF371E91}"/>
              </a:ext>
            </a:extLst>
          </p:cNvPr>
          <p:cNvSpPr/>
          <p:nvPr/>
        </p:nvSpPr>
        <p:spPr bwMode="auto">
          <a:xfrm>
            <a:off x="1868186" y="4435246"/>
            <a:ext cx="133652" cy="212705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>
            <a:glow rad="38100">
              <a:schemeClr val="accent3">
                <a:alpha val="2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69DC6B-BA74-37AF-F587-EB3180E5CED0}"/>
              </a:ext>
            </a:extLst>
          </p:cNvPr>
          <p:cNvSpPr/>
          <p:nvPr/>
        </p:nvSpPr>
        <p:spPr bwMode="auto">
          <a:xfrm>
            <a:off x="1868186" y="4393923"/>
            <a:ext cx="133652" cy="41425"/>
          </a:xfrm>
          <a:prstGeom prst="rect">
            <a:avLst/>
          </a:prstGeom>
          <a:solidFill>
            <a:srgbClr val="FF0000">
              <a:alpha val="0"/>
            </a:srgb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3C7915-DFB7-2C3F-2862-095B59A756CC}"/>
              </a:ext>
            </a:extLst>
          </p:cNvPr>
          <p:cNvSpPr/>
          <p:nvPr/>
        </p:nvSpPr>
        <p:spPr bwMode="auto">
          <a:xfrm>
            <a:off x="2057269" y="4693671"/>
            <a:ext cx="133652" cy="45719"/>
          </a:xfrm>
          <a:prstGeom prst="rect">
            <a:avLst/>
          </a:prstGeom>
          <a:solidFill>
            <a:schemeClr val="accent4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CB3BC2-4C7C-4292-D205-D44A7AE7D942}"/>
              </a:ext>
            </a:extLst>
          </p:cNvPr>
          <p:cNvSpPr/>
          <p:nvPr/>
        </p:nvSpPr>
        <p:spPr bwMode="auto">
          <a:xfrm>
            <a:off x="2057269" y="4647952"/>
            <a:ext cx="133652" cy="45719"/>
          </a:xfrm>
          <a:prstGeom prst="rect">
            <a:avLst/>
          </a:prstGeom>
          <a:solidFill>
            <a:schemeClr val="accent5">
              <a:alpha val="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001CA3-3B01-C385-72D7-3C3D0C19B6D6}"/>
              </a:ext>
            </a:extLst>
          </p:cNvPr>
          <p:cNvSpPr/>
          <p:nvPr/>
        </p:nvSpPr>
        <p:spPr bwMode="auto">
          <a:xfrm>
            <a:off x="2057269" y="4602232"/>
            <a:ext cx="133652" cy="45719"/>
          </a:xfrm>
          <a:prstGeom prst="rect">
            <a:avLst/>
          </a:prstGeom>
          <a:solidFill>
            <a:schemeClr val="accent3">
              <a:alpha val="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D2D8A48-01F4-934F-AAF2-B7A4BBA6E65A}"/>
              </a:ext>
            </a:extLst>
          </p:cNvPr>
          <p:cNvSpPr/>
          <p:nvPr/>
        </p:nvSpPr>
        <p:spPr bwMode="auto">
          <a:xfrm>
            <a:off x="2057269" y="4393923"/>
            <a:ext cx="133652" cy="208308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>
            <a:glow rad="38100">
              <a:srgbClr val="FF0000">
                <a:alpha val="20000"/>
              </a:srgb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E098DB9-874B-72A1-E896-482ED0E3D0A9}"/>
              </a:ext>
            </a:extLst>
          </p:cNvPr>
          <p:cNvSpPr/>
          <p:nvPr/>
        </p:nvSpPr>
        <p:spPr bwMode="auto">
          <a:xfrm>
            <a:off x="2484628" y="4512296"/>
            <a:ext cx="133652" cy="225561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9B756BB-2665-6D58-9560-A96FC15B1767}"/>
              </a:ext>
            </a:extLst>
          </p:cNvPr>
          <p:cNvSpPr/>
          <p:nvPr/>
        </p:nvSpPr>
        <p:spPr bwMode="auto">
          <a:xfrm>
            <a:off x="2484628" y="4472723"/>
            <a:ext cx="133652" cy="41425"/>
          </a:xfrm>
          <a:prstGeom prst="rect">
            <a:avLst/>
          </a:prstGeom>
          <a:solidFill>
            <a:schemeClr val="accent5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5FA12E-4A90-4A0E-9CEA-287D29230B11}"/>
              </a:ext>
            </a:extLst>
          </p:cNvPr>
          <p:cNvSpPr/>
          <p:nvPr/>
        </p:nvSpPr>
        <p:spPr bwMode="auto">
          <a:xfrm>
            <a:off x="2484628" y="4433714"/>
            <a:ext cx="133652" cy="39674"/>
          </a:xfrm>
          <a:prstGeom prst="rect">
            <a:avLst/>
          </a:prstGeom>
          <a:solidFill>
            <a:schemeClr val="accent3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40B4B0-EBAF-3935-BF69-DD9DFDCE4AF9}"/>
              </a:ext>
            </a:extLst>
          </p:cNvPr>
          <p:cNvSpPr/>
          <p:nvPr/>
        </p:nvSpPr>
        <p:spPr bwMode="auto">
          <a:xfrm>
            <a:off x="2484628" y="4392390"/>
            <a:ext cx="133652" cy="41425"/>
          </a:xfrm>
          <a:prstGeom prst="rect">
            <a:avLst/>
          </a:prstGeom>
          <a:solidFill>
            <a:srgbClr val="FF0000">
              <a:alpha val="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A3476FD-DABD-0806-7335-183717B6E16D}"/>
              </a:ext>
            </a:extLst>
          </p:cNvPr>
          <p:cNvSpPr/>
          <p:nvPr/>
        </p:nvSpPr>
        <p:spPr bwMode="auto">
          <a:xfrm>
            <a:off x="2703854" y="4692138"/>
            <a:ext cx="133652" cy="45719"/>
          </a:xfrm>
          <a:prstGeom prst="rect">
            <a:avLst/>
          </a:prstGeom>
          <a:solidFill>
            <a:schemeClr val="accent4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8E26A06-D55D-ADB1-F6DA-1D42A4B14412}"/>
              </a:ext>
            </a:extLst>
          </p:cNvPr>
          <p:cNvSpPr/>
          <p:nvPr/>
        </p:nvSpPr>
        <p:spPr bwMode="auto">
          <a:xfrm>
            <a:off x="2703854" y="4472723"/>
            <a:ext cx="133652" cy="219415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25C5CB-0B2C-395A-F754-65A29AD0EBC4}"/>
              </a:ext>
            </a:extLst>
          </p:cNvPr>
          <p:cNvSpPr/>
          <p:nvPr/>
        </p:nvSpPr>
        <p:spPr bwMode="auto">
          <a:xfrm>
            <a:off x="2703854" y="4433714"/>
            <a:ext cx="133652" cy="39674"/>
          </a:xfrm>
          <a:prstGeom prst="rect">
            <a:avLst/>
          </a:prstGeom>
          <a:solidFill>
            <a:schemeClr val="accent3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B93F190-4EC0-8A31-4DFF-4BE4AA18F45F}"/>
              </a:ext>
            </a:extLst>
          </p:cNvPr>
          <p:cNvSpPr/>
          <p:nvPr/>
        </p:nvSpPr>
        <p:spPr bwMode="auto">
          <a:xfrm>
            <a:off x="2703854" y="4392390"/>
            <a:ext cx="133652" cy="41425"/>
          </a:xfrm>
          <a:prstGeom prst="rect">
            <a:avLst/>
          </a:prstGeom>
          <a:solidFill>
            <a:srgbClr val="FF0000">
              <a:alpha val="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961FA7C-2D34-3B05-4394-576BE9E67524}"/>
              </a:ext>
            </a:extLst>
          </p:cNvPr>
          <p:cNvSpPr/>
          <p:nvPr/>
        </p:nvSpPr>
        <p:spPr bwMode="auto">
          <a:xfrm>
            <a:off x="2923080" y="4692138"/>
            <a:ext cx="133652" cy="45719"/>
          </a:xfrm>
          <a:prstGeom prst="rect">
            <a:avLst/>
          </a:prstGeom>
          <a:solidFill>
            <a:schemeClr val="accent4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6770D66-D6FD-74F5-47B6-BC35810F60DF}"/>
              </a:ext>
            </a:extLst>
          </p:cNvPr>
          <p:cNvSpPr/>
          <p:nvPr/>
        </p:nvSpPr>
        <p:spPr bwMode="auto">
          <a:xfrm>
            <a:off x="2923080" y="4646419"/>
            <a:ext cx="133652" cy="45719"/>
          </a:xfrm>
          <a:prstGeom prst="rect">
            <a:avLst/>
          </a:prstGeom>
          <a:solidFill>
            <a:schemeClr val="accent5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E3050A9-0948-CAFC-FFBD-80AF5EE9E31F}"/>
              </a:ext>
            </a:extLst>
          </p:cNvPr>
          <p:cNvSpPr/>
          <p:nvPr/>
        </p:nvSpPr>
        <p:spPr bwMode="auto">
          <a:xfrm>
            <a:off x="2923080" y="4433713"/>
            <a:ext cx="133652" cy="212705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4F30D8F-710B-18EC-9FED-AA6E678D83BA}"/>
              </a:ext>
            </a:extLst>
          </p:cNvPr>
          <p:cNvSpPr/>
          <p:nvPr/>
        </p:nvSpPr>
        <p:spPr bwMode="auto">
          <a:xfrm>
            <a:off x="2923080" y="4392390"/>
            <a:ext cx="133652" cy="41425"/>
          </a:xfrm>
          <a:prstGeom prst="rect">
            <a:avLst/>
          </a:prstGeom>
          <a:solidFill>
            <a:srgbClr val="FF0000">
              <a:alpha val="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F8DF7D-DEC4-21F5-938B-14059BAC3566}"/>
              </a:ext>
            </a:extLst>
          </p:cNvPr>
          <p:cNvSpPr/>
          <p:nvPr/>
        </p:nvSpPr>
        <p:spPr bwMode="auto">
          <a:xfrm>
            <a:off x="3112163" y="4692138"/>
            <a:ext cx="133652" cy="45719"/>
          </a:xfrm>
          <a:prstGeom prst="rect">
            <a:avLst/>
          </a:prstGeom>
          <a:solidFill>
            <a:schemeClr val="accent4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6A6B81F-89A5-2A3F-6657-ABEC12F30050}"/>
              </a:ext>
            </a:extLst>
          </p:cNvPr>
          <p:cNvSpPr/>
          <p:nvPr/>
        </p:nvSpPr>
        <p:spPr bwMode="auto">
          <a:xfrm>
            <a:off x="3112163" y="4646419"/>
            <a:ext cx="133652" cy="45719"/>
          </a:xfrm>
          <a:prstGeom prst="rect">
            <a:avLst/>
          </a:prstGeom>
          <a:solidFill>
            <a:schemeClr val="accent5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769BEC1-63B8-4D23-B4A0-285657AA20CD}"/>
              </a:ext>
            </a:extLst>
          </p:cNvPr>
          <p:cNvSpPr/>
          <p:nvPr/>
        </p:nvSpPr>
        <p:spPr bwMode="auto">
          <a:xfrm>
            <a:off x="3112163" y="4600699"/>
            <a:ext cx="133652" cy="45719"/>
          </a:xfrm>
          <a:prstGeom prst="rect">
            <a:avLst/>
          </a:prstGeom>
          <a:solidFill>
            <a:schemeClr val="accent3">
              <a:alpha val="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AC19CA5-F13E-4C7A-A874-3D70EDB0F0DE}"/>
              </a:ext>
            </a:extLst>
          </p:cNvPr>
          <p:cNvSpPr/>
          <p:nvPr/>
        </p:nvSpPr>
        <p:spPr bwMode="auto">
          <a:xfrm>
            <a:off x="3112163" y="4392390"/>
            <a:ext cx="133652" cy="208308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488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F5485EF-7D0D-499E-8FC9-67B810D8E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72" y="902754"/>
            <a:ext cx="2929469" cy="2929469"/>
          </a:xfrm>
          <a:prstGeom prst="rect">
            <a:avLst/>
          </a:prstGeom>
          <a:ln>
            <a:noFill/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638CCAF-1505-4970-8060-EA83C0549F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1772" y="899015"/>
            <a:ext cx="2929469" cy="2929469"/>
          </a:xfrm>
          <a:prstGeom prst="rect">
            <a:avLst/>
          </a:prstGeom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0A84F84-A86F-4A5D-9089-454D1EF6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 control arc design</a:t>
            </a:r>
            <a:br>
              <a:rPr lang="en-US" dirty="0"/>
            </a:br>
            <a:r>
              <a:rPr lang="en-US" dirty="0"/>
              <a:t>merged into </a:t>
            </a:r>
            <a:r>
              <a:rPr lang="en-US"/>
              <a:t>background image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5EC6-B4F2-43EB-A549-C445226BC6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14843-5D75-4F78-9E9D-92D9A76FAA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F0E027-DDA0-4FC0-9559-401AD7DDA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2648" y="1436155"/>
            <a:ext cx="3112182" cy="2929469"/>
          </a:xfrm>
          <a:prstGeom prst="rect">
            <a:avLst/>
          </a:prstGeom>
        </p:spPr>
      </p:pic>
      <p:sp>
        <p:nvSpPr>
          <p:cNvPr id="12" name="Rectangle: Top Corners Rounded 11">
            <a:extLst>
              <a:ext uri="{FF2B5EF4-FFF2-40B4-BE49-F238E27FC236}">
                <a16:creationId xmlns:a16="http://schemas.microsoft.com/office/drawing/2014/main" id="{A71A88BB-A9DC-4BBB-818C-1A02CF0B9123}"/>
              </a:ext>
            </a:extLst>
          </p:cNvPr>
          <p:cNvSpPr/>
          <p:nvPr/>
        </p:nvSpPr>
        <p:spPr bwMode="auto">
          <a:xfrm rot="5400000">
            <a:off x="4624746" y="2574458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C43C52-326B-48AF-AB09-936079413910}"/>
              </a:ext>
            </a:extLst>
          </p:cNvPr>
          <p:cNvSpPr/>
          <p:nvPr/>
        </p:nvSpPr>
        <p:spPr bwMode="auto">
          <a:xfrm>
            <a:off x="4751254" y="1313917"/>
            <a:ext cx="317971" cy="3213634"/>
          </a:xfrm>
          <a:prstGeom prst="rect">
            <a:avLst/>
          </a:prstGeom>
          <a:solidFill>
            <a:srgbClr val="BFBFBF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B5F144-2757-4BC6-AB52-EEB8F6F052E5}"/>
              </a:ext>
            </a:extLst>
          </p:cNvPr>
          <p:cNvSpPr/>
          <p:nvPr/>
        </p:nvSpPr>
        <p:spPr bwMode="auto">
          <a:xfrm>
            <a:off x="8057259" y="1313917"/>
            <a:ext cx="317971" cy="3213634"/>
          </a:xfrm>
          <a:prstGeom prst="rect">
            <a:avLst/>
          </a:prstGeom>
          <a:solidFill>
            <a:srgbClr val="BFBFBF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0B02BF64-28D0-4A15-97A1-DFB49925E9C3}"/>
              </a:ext>
            </a:extLst>
          </p:cNvPr>
          <p:cNvSpPr/>
          <p:nvPr/>
        </p:nvSpPr>
        <p:spPr bwMode="auto">
          <a:xfrm rot="5400000">
            <a:off x="66831" y="20410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943FD4F0-2A7A-469F-BDB6-4722D9314C10}"/>
              </a:ext>
            </a:extLst>
          </p:cNvPr>
          <p:cNvSpPr/>
          <p:nvPr/>
        </p:nvSpPr>
        <p:spPr bwMode="auto">
          <a:xfrm rot="16200000" flipH="1">
            <a:off x="2326863" y="2041850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Block Arc 19">
            <a:extLst>
              <a:ext uri="{FF2B5EF4-FFF2-40B4-BE49-F238E27FC236}">
                <a16:creationId xmlns:a16="http://schemas.microsoft.com/office/drawing/2014/main" id="{3BF68E85-16FA-4222-B39E-17B6D4CE36A6}"/>
              </a:ext>
            </a:extLst>
          </p:cNvPr>
          <p:cNvSpPr/>
          <p:nvPr/>
        </p:nvSpPr>
        <p:spPr bwMode="auto">
          <a:xfrm>
            <a:off x="1222088" y="1700978"/>
            <a:ext cx="1324717" cy="1324717"/>
          </a:xfrm>
          <a:prstGeom prst="blockArc">
            <a:avLst>
              <a:gd name="adj1" fmla="val 10800000"/>
              <a:gd name="adj2" fmla="val 10799996"/>
              <a:gd name="adj3" fmla="val 18018"/>
            </a:avLst>
          </a:prstGeom>
          <a:gradFill>
            <a:gsLst>
              <a:gs pos="0">
                <a:srgbClr val="656464"/>
              </a:gs>
              <a:gs pos="74000">
                <a:srgbClr val="414852"/>
              </a:gs>
              <a:gs pos="100000">
                <a:srgbClr val="39404A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622311-4BC5-40AF-8223-CC2F9D32AAF9}"/>
              </a:ext>
            </a:extLst>
          </p:cNvPr>
          <p:cNvSpPr/>
          <p:nvPr/>
        </p:nvSpPr>
        <p:spPr bwMode="auto">
          <a:xfrm>
            <a:off x="1460126" y="1940874"/>
            <a:ext cx="844924" cy="844924"/>
          </a:xfrm>
          <a:prstGeom prst="ellipse">
            <a:avLst/>
          </a:prstGeom>
          <a:gradFill>
            <a:gsLst>
              <a:gs pos="0">
                <a:schemeClr val="tx1">
                  <a:lumMod val="90000"/>
                  <a:lumOff val="10000"/>
                  <a:alpha val="80000"/>
                </a:schemeClr>
              </a:gs>
              <a:gs pos="74000">
                <a:srgbClr val="101820">
                  <a:alpha val="80000"/>
                </a:srgbClr>
              </a:gs>
              <a:gs pos="100000">
                <a:srgbClr val="181820">
                  <a:alpha val="80000"/>
                </a:srgbClr>
              </a:gs>
            </a:gsLst>
            <a:lin ang="5400000" scaled="1"/>
          </a:gradFill>
          <a:ln w="9525">
            <a:solidFill>
              <a:srgbClr val="5C676C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FEE0C51-2C2C-4B1B-9B88-DFA9EB756982}"/>
              </a:ext>
            </a:extLst>
          </p:cNvPr>
          <p:cNvGrpSpPr/>
          <p:nvPr/>
        </p:nvGrpSpPr>
        <p:grpSpPr>
          <a:xfrm>
            <a:off x="1506203" y="2055869"/>
            <a:ext cx="833235" cy="648530"/>
            <a:chOff x="1506203" y="2055869"/>
            <a:chExt cx="833235" cy="6485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51FB621-9661-4603-AF66-8A3B2C696C18}"/>
                </a:ext>
              </a:extLst>
            </p:cNvPr>
            <p:cNvSpPr/>
            <p:nvPr/>
          </p:nvSpPr>
          <p:spPr>
            <a:xfrm>
              <a:off x="1506203" y="2058068"/>
              <a:ext cx="70403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27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5845BD0-6237-44CA-A2E2-439DE06DB547}"/>
                </a:ext>
              </a:extLst>
            </p:cNvPr>
            <p:cNvSpPr/>
            <p:nvPr/>
          </p:nvSpPr>
          <p:spPr>
            <a:xfrm>
              <a:off x="2010502" y="2055869"/>
              <a:ext cx="32893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en-US" sz="2800" dirty="0">
                  <a:solidFill>
                    <a:schemeClr val="bg1">
                      <a:lumMod val="95000"/>
                    </a:schemeClr>
                  </a:solidFill>
                  <a:latin typeface="Montserrat"/>
                </a:rPr>
                <a:t>°</a:t>
              </a:r>
              <a:endParaRPr lang="en-US" sz="2800" dirty="0">
                <a:solidFill>
                  <a:schemeClr val="bg1">
                    <a:lumMod val="95000"/>
                  </a:schemeClr>
                </a:solidFill>
                <a:latin typeface="Montserrat"/>
                <a:ea typeface="Roboto" panose="02000000000000000000" pitchFamily="2" charset="0"/>
              </a:endParaRPr>
            </a:p>
          </p:txBody>
        </p:sp>
      </p:grpSp>
      <p:sp>
        <p:nvSpPr>
          <p:cNvPr id="43" name="Double Bracket 42">
            <a:extLst>
              <a:ext uri="{FF2B5EF4-FFF2-40B4-BE49-F238E27FC236}">
                <a16:creationId xmlns:a16="http://schemas.microsoft.com/office/drawing/2014/main" id="{2A10AC54-D0A5-42CC-9138-CE6B5577454A}"/>
              </a:ext>
            </a:extLst>
          </p:cNvPr>
          <p:cNvSpPr/>
          <p:nvPr/>
        </p:nvSpPr>
        <p:spPr>
          <a:xfrm>
            <a:off x="5567070" y="3942005"/>
            <a:ext cx="216496" cy="219755"/>
          </a:xfrm>
          <a:prstGeom prst="bracketPair">
            <a:avLst/>
          </a:prstGeom>
          <a:ln w="9525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2B08710-C7D0-45D4-BB0C-784725EF1FF4}"/>
              </a:ext>
            </a:extLst>
          </p:cNvPr>
          <p:cNvGrpSpPr/>
          <p:nvPr/>
        </p:nvGrpSpPr>
        <p:grpSpPr>
          <a:xfrm>
            <a:off x="4966189" y="2403842"/>
            <a:ext cx="3060836" cy="1920612"/>
            <a:chOff x="4966189" y="2403842"/>
            <a:chExt cx="3060836" cy="1920612"/>
          </a:xfrm>
        </p:grpSpPr>
        <p:pic>
          <p:nvPicPr>
            <p:cNvPr id="32" name="Picture 31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88A84BA0-9487-49AF-9BF5-2E61A6CCF4C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00066" y="2953793"/>
              <a:ext cx="386261" cy="386261"/>
            </a:xfrm>
            <a:prstGeom prst="rect">
              <a:avLst/>
            </a:prstGeom>
          </p:spPr>
        </p:pic>
        <p:pic>
          <p:nvPicPr>
            <p:cNvPr id="33" name="Picture 32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6EC79E44-29E5-4822-BBB3-32D09B7978E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5640" y="2421331"/>
              <a:ext cx="310753" cy="310753"/>
            </a:xfrm>
            <a:prstGeom prst="rect">
              <a:avLst/>
            </a:prstGeom>
          </p:spPr>
        </p:pic>
        <p:pic>
          <p:nvPicPr>
            <p:cNvPr id="34" name="Picture 33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C58D05A8-F9BB-4834-BBA1-6C801BE70B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35" name="Picture 34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0987AAD2-0C2E-49F8-9223-A32E7C8DC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36" name="Picture 33">
              <a:extLst>
                <a:ext uri="{FF2B5EF4-FFF2-40B4-BE49-F238E27FC236}">
                  <a16:creationId xmlns:a16="http://schemas.microsoft.com/office/drawing/2014/main" id="{1E757E61-D2DE-43E7-B26A-AF8EF099F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669F124-BD34-4D02-B20F-8168801111E2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04150D0-6B09-4E9E-AC69-AB68C76DD276}"/>
                </a:ext>
              </a:extLst>
            </p:cNvPr>
            <p:cNvSpPr txBox="1"/>
            <p:nvPr/>
          </p:nvSpPr>
          <p:spPr bwMode="auto">
            <a:xfrm>
              <a:off x="5336528" y="4188263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5A3A2EE-EFC6-44CB-9621-150E71390874}"/>
                </a:ext>
              </a:extLst>
            </p:cNvPr>
            <p:cNvSpPr txBox="1"/>
            <p:nvPr/>
          </p:nvSpPr>
          <p:spPr bwMode="auto">
            <a:xfrm>
              <a:off x="73355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6A8C18F-A207-45EF-BF63-8F52A50FC6DB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475207E-225E-4455-982F-3D72FFC66412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42" name="Graphic 41" descr="Man outline">
              <a:extLst>
                <a:ext uri="{FF2B5EF4-FFF2-40B4-BE49-F238E27FC236}">
                  <a16:creationId xmlns:a16="http://schemas.microsoft.com/office/drawing/2014/main" id="{B481B03F-6943-4C97-8D24-C8F5F37A8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7C13DCD-E17B-47D5-B827-C5FD69EC740D}"/>
                </a:ext>
              </a:extLst>
            </p:cNvPr>
            <p:cNvSpPr txBox="1"/>
            <p:nvPr/>
          </p:nvSpPr>
          <p:spPr bwMode="auto">
            <a:xfrm>
              <a:off x="73702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12172F1-3646-431D-9CAB-04CBAB17926F}"/>
              </a:ext>
            </a:extLst>
          </p:cNvPr>
          <p:cNvGrpSpPr/>
          <p:nvPr/>
        </p:nvGrpSpPr>
        <p:grpSpPr>
          <a:xfrm>
            <a:off x="323538" y="1825492"/>
            <a:ext cx="2997336" cy="1920612"/>
            <a:chOff x="4966189" y="2403842"/>
            <a:chExt cx="2997336" cy="1920612"/>
          </a:xfrm>
        </p:grpSpPr>
        <p:pic>
          <p:nvPicPr>
            <p:cNvPr id="49" name="Picture 48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579792C4-CE34-4DE8-8A61-4AC9EB4F2F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6566" y="2953793"/>
              <a:ext cx="386261" cy="386261"/>
            </a:xfrm>
            <a:prstGeom prst="rect">
              <a:avLst/>
            </a:prstGeom>
          </p:spPr>
        </p:pic>
        <p:pic>
          <p:nvPicPr>
            <p:cNvPr id="50" name="Picture 49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49655F83-E267-46CC-828F-9898AC6E5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2140" y="2421331"/>
              <a:ext cx="310753" cy="310753"/>
            </a:xfrm>
            <a:prstGeom prst="rect">
              <a:avLst/>
            </a:prstGeom>
          </p:spPr>
        </p:pic>
        <p:pic>
          <p:nvPicPr>
            <p:cNvPr id="51" name="Picture 50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8284C9DA-5556-4C1E-8F56-0022285E0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52" name="Picture 51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2D9CB2B0-D297-4164-9F65-42A53798B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53" name="Picture 33">
              <a:extLst>
                <a:ext uri="{FF2B5EF4-FFF2-40B4-BE49-F238E27FC236}">
                  <a16:creationId xmlns:a16="http://schemas.microsoft.com/office/drawing/2014/main" id="{DDFC75ED-D600-44A0-BC7A-7B9FF1C96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11EC639-3F46-47F8-8723-C4FADE95C7B7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4BBC91B-C94A-4029-881E-CEA7327DE556}"/>
                </a:ext>
              </a:extLst>
            </p:cNvPr>
            <p:cNvSpPr txBox="1"/>
            <p:nvPr/>
          </p:nvSpPr>
          <p:spPr bwMode="auto">
            <a:xfrm>
              <a:off x="5336528" y="4188263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CE00E8A-5A88-444F-98AF-00A61D41B0A1}"/>
                </a:ext>
              </a:extLst>
            </p:cNvPr>
            <p:cNvSpPr txBox="1"/>
            <p:nvPr/>
          </p:nvSpPr>
          <p:spPr bwMode="auto">
            <a:xfrm>
              <a:off x="72720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BF632-64B7-4563-8DF0-8C024CBE97A1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A8EA8AD-E1DE-455C-9F6A-E4588407AD8F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59" name="Graphic 58" descr="Man outline">
              <a:extLst>
                <a:ext uri="{FF2B5EF4-FFF2-40B4-BE49-F238E27FC236}">
                  <a16:creationId xmlns:a16="http://schemas.microsoft.com/office/drawing/2014/main" id="{0D073D61-2A2D-49B7-877D-D8DECC6F38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87D92E2-CB87-40F2-A943-D511A5F15BE5}"/>
                </a:ext>
              </a:extLst>
            </p:cNvPr>
            <p:cNvSpPr txBox="1"/>
            <p:nvPr/>
          </p:nvSpPr>
          <p:spPr bwMode="auto">
            <a:xfrm>
              <a:off x="73067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4153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09173-A665-BDF3-D460-9031573C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46D02BCC-2376-384F-F622-6FABEE904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72" y="902754"/>
            <a:ext cx="2929469" cy="2929469"/>
          </a:xfrm>
          <a:prstGeom prst="rect">
            <a:avLst/>
          </a:prstGeom>
          <a:ln>
            <a:noFill/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5AA9B38-6B68-F802-535D-6C8BBE9AB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1772" y="899015"/>
            <a:ext cx="2929469" cy="2929469"/>
          </a:xfrm>
          <a:prstGeom prst="rect">
            <a:avLst/>
          </a:prstGeom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B90D98B-05AB-6F24-FF83-B8B2C9354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image</a:t>
            </a:r>
            <a:br>
              <a:rPr lang="en-US" dirty="0"/>
            </a:b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E2E091-C9B6-A9A3-B0C1-7FE54A811B5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CABCB-F43B-87F3-8AF1-26728BF5727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7B25FE-E761-0823-67E6-AA14B3CAAA62}"/>
              </a:ext>
            </a:extLst>
          </p:cNvPr>
          <p:cNvSpPr/>
          <p:nvPr/>
        </p:nvSpPr>
        <p:spPr bwMode="auto">
          <a:xfrm>
            <a:off x="4751254" y="1313917"/>
            <a:ext cx="317971" cy="3213634"/>
          </a:xfrm>
          <a:prstGeom prst="rect">
            <a:avLst/>
          </a:prstGeom>
          <a:solidFill>
            <a:srgbClr val="BFBFBF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2444B42D-B3E4-D255-0F16-AD9BDCB8A1FE}"/>
              </a:ext>
            </a:extLst>
          </p:cNvPr>
          <p:cNvSpPr/>
          <p:nvPr/>
        </p:nvSpPr>
        <p:spPr bwMode="auto">
          <a:xfrm rot="5400000">
            <a:off x="66831" y="20410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D5959FBF-54AA-C9B8-92FB-B9B25C426EDA}"/>
              </a:ext>
            </a:extLst>
          </p:cNvPr>
          <p:cNvSpPr/>
          <p:nvPr/>
        </p:nvSpPr>
        <p:spPr bwMode="auto">
          <a:xfrm rot="16200000" flipH="1">
            <a:off x="2326863" y="2041850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Block Arc 19">
            <a:extLst>
              <a:ext uri="{FF2B5EF4-FFF2-40B4-BE49-F238E27FC236}">
                <a16:creationId xmlns:a16="http://schemas.microsoft.com/office/drawing/2014/main" id="{4B8E31D3-347B-5E1E-2B55-2547AAC0CA6A}"/>
              </a:ext>
            </a:extLst>
          </p:cNvPr>
          <p:cNvSpPr/>
          <p:nvPr/>
        </p:nvSpPr>
        <p:spPr bwMode="auto">
          <a:xfrm>
            <a:off x="1222088" y="1700978"/>
            <a:ext cx="1324717" cy="1324717"/>
          </a:xfrm>
          <a:prstGeom prst="blockArc">
            <a:avLst>
              <a:gd name="adj1" fmla="val 10800000"/>
              <a:gd name="adj2" fmla="val 10799996"/>
              <a:gd name="adj3" fmla="val 18018"/>
            </a:avLst>
          </a:prstGeom>
          <a:gradFill>
            <a:gsLst>
              <a:gs pos="0">
                <a:srgbClr val="656464"/>
              </a:gs>
              <a:gs pos="74000">
                <a:srgbClr val="414852"/>
              </a:gs>
              <a:gs pos="100000">
                <a:srgbClr val="39404A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67FAB3A-80B1-CBB6-77A0-1028E4FC1785}"/>
              </a:ext>
            </a:extLst>
          </p:cNvPr>
          <p:cNvSpPr/>
          <p:nvPr/>
        </p:nvSpPr>
        <p:spPr bwMode="auto">
          <a:xfrm>
            <a:off x="1460126" y="1940874"/>
            <a:ext cx="844924" cy="844924"/>
          </a:xfrm>
          <a:prstGeom prst="ellipse">
            <a:avLst/>
          </a:prstGeom>
          <a:gradFill>
            <a:gsLst>
              <a:gs pos="0">
                <a:schemeClr val="tx1">
                  <a:lumMod val="90000"/>
                  <a:lumOff val="10000"/>
                  <a:alpha val="80000"/>
                </a:schemeClr>
              </a:gs>
              <a:gs pos="74000">
                <a:srgbClr val="101820">
                  <a:alpha val="80000"/>
                </a:srgbClr>
              </a:gs>
              <a:gs pos="100000">
                <a:srgbClr val="181820">
                  <a:alpha val="80000"/>
                </a:srgbClr>
              </a:gs>
            </a:gsLst>
            <a:lin ang="5400000" scaled="1"/>
          </a:gradFill>
          <a:ln w="9525">
            <a:solidFill>
              <a:srgbClr val="5C676C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345348D-57E7-CC0F-EC94-833B2979B8B2}"/>
              </a:ext>
            </a:extLst>
          </p:cNvPr>
          <p:cNvGrpSpPr/>
          <p:nvPr/>
        </p:nvGrpSpPr>
        <p:grpSpPr>
          <a:xfrm>
            <a:off x="1506203" y="2055869"/>
            <a:ext cx="833235" cy="648530"/>
            <a:chOff x="1506203" y="2055869"/>
            <a:chExt cx="833235" cy="6485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A748786-CF78-DB2C-31B3-9C16688193EE}"/>
                </a:ext>
              </a:extLst>
            </p:cNvPr>
            <p:cNvSpPr/>
            <p:nvPr/>
          </p:nvSpPr>
          <p:spPr>
            <a:xfrm>
              <a:off x="1506203" y="2058068"/>
              <a:ext cx="70403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27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1708DE-B36C-C5DB-1F0A-257F49503AC6}"/>
                </a:ext>
              </a:extLst>
            </p:cNvPr>
            <p:cNvSpPr/>
            <p:nvPr/>
          </p:nvSpPr>
          <p:spPr>
            <a:xfrm>
              <a:off x="2010502" y="2055869"/>
              <a:ext cx="32893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en-US" sz="2800" dirty="0">
                  <a:solidFill>
                    <a:schemeClr val="bg1">
                      <a:lumMod val="95000"/>
                    </a:schemeClr>
                  </a:solidFill>
                  <a:latin typeface="Montserrat"/>
                </a:rPr>
                <a:t>°</a:t>
              </a:r>
              <a:endParaRPr lang="en-US" sz="2800" dirty="0">
                <a:solidFill>
                  <a:schemeClr val="bg1">
                    <a:lumMod val="95000"/>
                  </a:schemeClr>
                </a:solidFill>
                <a:latin typeface="Montserrat"/>
                <a:ea typeface="Roboto" panose="02000000000000000000" pitchFamily="2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2C31CD5-7106-1E0E-4FDF-C46B7A25E6D4}"/>
              </a:ext>
            </a:extLst>
          </p:cNvPr>
          <p:cNvGrpSpPr/>
          <p:nvPr/>
        </p:nvGrpSpPr>
        <p:grpSpPr>
          <a:xfrm>
            <a:off x="323538" y="1825492"/>
            <a:ext cx="2997336" cy="1920612"/>
            <a:chOff x="4966189" y="2403842"/>
            <a:chExt cx="2997336" cy="1920612"/>
          </a:xfrm>
        </p:grpSpPr>
        <p:pic>
          <p:nvPicPr>
            <p:cNvPr id="49" name="Picture 48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63214B3F-DF22-0FA3-BA6C-F8590C62ED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6566" y="2953793"/>
              <a:ext cx="386261" cy="386261"/>
            </a:xfrm>
            <a:prstGeom prst="rect">
              <a:avLst/>
            </a:prstGeom>
          </p:spPr>
        </p:pic>
        <p:pic>
          <p:nvPicPr>
            <p:cNvPr id="50" name="Picture 49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5695B650-3B6C-D13F-5D64-82A4301EA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2140" y="2421331"/>
              <a:ext cx="310753" cy="310753"/>
            </a:xfrm>
            <a:prstGeom prst="rect">
              <a:avLst/>
            </a:prstGeom>
          </p:spPr>
        </p:pic>
        <p:pic>
          <p:nvPicPr>
            <p:cNvPr id="51" name="Picture 50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88E06A24-E74D-8F84-6EFA-F581C0B67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52" name="Picture 51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F505A953-A8F9-CC16-DA6A-D8A1206B3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53" name="Picture 33">
              <a:extLst>
                <a:ext uri="{FF2B5EF4-FFF2-40B4-BE49-F238E27FC236}">
                  <a16:creationId xmlns:a16="http://schemas.microsoft.com/office/drawing/2014/main" id="{5C563DE6-43D0-443C-734F-BEADAFE4532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F4E4AF1-568F-25B6-6985-15B7721AB31F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426DA74-29F4-F3B0-E66B-DAF8BD6EA517}"/>
                </a:ext>
              </a:extLst>
            </p:cNvPr>
            <p:cNvSpPr txBox="1"/>
            <p:nvPr/>
          </p:nvSpPr>
          <p:spPr bwMode="auto">
            <a:xfrm>
              <a:off x="5336528" y="4188263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0806EC7-8043-E8EF-5A02-4806289109A7}"/>
                </a:ext>
              </a:extLst>
            </p:cNvPr>
            <p:cNvSpPr txBox="1"/>
            <p:nvPr/>
          </p:nvSpPr>
          <p:spPr bwMode="auto">
            <a:xfrm>
              <a:off x="72720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A013A13-0D06-47CF-BAA7-CC8204DA928C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C5FF157-6D09-6B97-44DB-02269F2ABC2D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59" name="Graphic 58" descr="Man outline">
              <a:extLst>
                <a:ext uri="{FF2B5EF4-FFF2-40B4-BE49-F238E27FC236}">
                  <a16:creationId xmlns:a16="http://schemas.microsoft.com/office/drawing/2014/main" id="{369A8F6E-4593-48B3-D853-C0FE17345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02DD352-D82D-3020-1E54-38EAE95F6D5E}"/>
                </a:ext>
              </a:extLst>
            </p:cNvPr>
            <p:cNvSpPr txBox="1"/>
            <p:nvPr/>
          </p:nvSpPr>
          <p:spPr bwMode="auto">
            <a:xfrm>
              <a:off x="73067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4B768814-E581-68BB-4503-9A09D46F4C6A}"/>
              </a:ext>
            </a:extLst>
          </p:cNvPr>
          <p:cNvSpPr/>
          <p:nvPr/>
        </p:nvSpPr>
        <p:spPr bwMode="auto">
          <a:xfrm>
            <a:off x="421300" y="902754"/>
            <a:ext cx="1524000" cy="152400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46F0834-4259-72C6-B550-25974943D457}"/>
              </a:ext>
            </a:extLst>
          </p:cNvPr>
          <p:cNvGrpSpPr/>
          <p:nvPr/>
        </p:nvGrpSpPr>
        <p:grpSpPr>
          <a:xfrm>
            <a:off x="555585" y="1019175"/>
            <a:ext cx="1257660" cy="1295400"/>
            <a:chOff x="555585" y="1019175"/>
            <a:chExt cx="1257660" cy="1295400"/>
          </a:xfrm>
          <a:effectLst>
            <a:glow>
              <a:schemeClr val="bg1">
                <a:alpha val="1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414BAC8-D1B5-50EB-9676-E19DD2D0DC3B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843523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1CA9B50-2659-3651-55E5-B238F0368869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725759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38C5902-0C6B-3981-C50B-1915F7958308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60799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D2C3272-175D-35BA-A06C-099872255D3D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490231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C5314BB-7574-F865-13AA-533F767BA93E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372467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31CCD20-4FB2-B15D-30CF-FC8DE97B94D9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254703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4D4A515-BADC-0FEB-B3F3-0907D46812A7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136939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9990AC54-28C1-E426-D297-D93E2826D088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01917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69840CD8-82A3-1691-43DB-7E9DD97F91C9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31457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500B78B-A21D-802D-4B7A-B76D78EDB284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19681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CA2FAB9-B448-C6A4-5759-1DE9D508A105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079051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D86FF5D-4BBB-0751-ED0C-978E18B5C86C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961287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660C8D0-3A31-32F7-77B4-18047B89C3E0}"/>
              </a:ext>
            </a:extLst>
          </p:cNvPr>
          <p:cNvGrpSpPr/>
          <p:nvPr/>
        </p:nvGrpSpPr>
        <p:grpSpPr>
          <a:xfrm>
            <a:off x="552297" y="903104"/>
            <a:ext cx="1260949" cy="1521770"/>
            <a:chOff x="552297" y="903104"/>
            <a:chExt cx="1260949" cy="1521770"/>
          </a:xfrm>
          <a:effectLst>
            <a:glow>
              <a:schemeClr val="bg1">
                <a:lumMod val="95000"/>
                <a:alpha val="1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821B288-DD17-CBB5-2926-09C3E5317A8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364572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C970A3FA-8A0C-E0F8-46D3-D54A91EB9309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35308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1F67528D-A314-FF77-277E-BE2ECCA2EB2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52361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6592BC8-0B98-A2CC-CBD1-A63D61BFDEC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37732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5712F02D-80A2-9C2D-82EA-4053A60352E3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823100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F7F927B-0CCE-828C-1947-2D1A397DC7B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708468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C00BED65-FEEB-4AA8-0AB0-B9E5C5909D9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208588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74EE46EC-654F-1203-FD95-D691744F6DE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93836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D01D367-966D-6E8F-104E-434954B0C259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79204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60C146C7-4656-F450-2A22-3F8B0D2BDFC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93956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2D87D79C-F264-FC8B-AAC7-16247B79E79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20676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C56740B9-2F4E-F53D-B1B8-61BF13D24959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249940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441BA5D-FB3E-5A6D-BC1E-D4111E4F1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1920" y="963878"/>
            <a:ext cx="2929469" cy="2929469"/>
          </a:xfrm>
          <a:prstGeom prst="rect">
            <a:avLst/>
          </a:prstGeom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9C4962-81E2-1EAE-8760-8E4D25EF1F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31920" y="960139"/>
            <a:ext cx="2929469" cy="2929469"/>
          </a:xfrm>
          <a:prstGeom prst="rect">
            <a:avLst/>
          </a:prstGeom>
          <a:ln>
            <a:noFill/>
          </a:ln>
        </p:spPr>
      </p:pic>
      <p:sp>
        <p:nvSpPr>
          <p:cNvPr id="12" name="Rectangle: Top Corners Rounded 11">
            <a:extLst>
              <a:ext uri="{FF2B5EF4-FFF2-40B4-BE49-F238E27FC236}">
                <a16:creationId xmlns:a16="http://schemas.microsoft.com/office/drawing/2014/main" id="{82E0B311-AB84-CB11-8CAC-6C4572774A9B}"/>
              </a:ext>
            </a:extLst>
          </p:cNvPr>
          <p:cNvSpPr/>
          <p:nvPr/>
        </p:nvSpPr>
        <p:spPr bwMode="auto">
          <a:xfrm rot="5400000">
            <a:off x="4076979" y="2102183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Rectangle: Top Corners Rounded 13">
            <a:extLst>
              <a:ext uri="{FF2B5EF4-FFF2-40B4-BE49-F238E27FC236}">
                <a16:creationId xmlns:a16="http://schemas.microsoft.com/office/drawing/2014/main" id="{8485DD44-5691-764F-2748-5B67347748AA}"/>
              </a:ext>
            </a:extLst>
          </p:cNvPr>
          <p:cNvSpPr/>
          <p:nvPr/>
        </p:nvSpPr>
        <p:spPr bwMode="auto">
          <a:xfrm rot="16200000" flipH="1">
            <a:off x="6337011" y="2102974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Block Arc 17">
            <a:extLst>
              <a:ext uri="{FF2B5EF4-FFF2-40B4-BE49-F238E27FC236}">
                <a16:creationId xmlns:a16="http://schemas.microsoft.com/office/drawing/2014/main" id="{96C32426-0E15-9EF8-E205-75BC6FEB7E4E}"/>
              </a:ext>
            </a:extLst>
          </p:cNvPr>
          <p:cNvSpPr/>
          <p:nvPr/>
        </p:nvSpPr>
        <p:spPr bwMode="auto">
          <a:xfrm>
            <a:off x="5232236" y="1762102"/>
            <a:ext cx="1324717" cy="1324717"/>
          </a:xfrm>
          <a:prstGeom prst="blockArc">
            <a:avLst>
              <a:gd name="adj1" fmla="val 10800000"/>
              <a:gd name="adj2" fmla="val 10799996"/>
              <a:gd name="adj3" fmla="val 18018"/>
            </a:avLst>
          </a:prstGeom>
          <a:gradFill>
            <a:gsLst>
              <a:gs pos="0">
                <a:srgbClr val="656464"/>
              </a:gs>
              <a:gs pos="74000">
                <a:srgbClr val="414852"/>
              </a:gs>
              <a:gs pos="100000">
                <a:srgbClr val="39404A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B9B8F39-9E98-5BFC-A6E7-C0F6A658D20E}"/>
              </a:ext>
            </a:extLst>
          </p:cNvPr>
          <p:cNvSpPr/>
          <p:nvPr/>
        </p:nvSpPr>
        <p:spPr bwMode="auto">
          <a:xfrm>
            <a:off x="5470274" y="2001998"/>
            <a:ext cx="844924" cy="844924"/>
          </a:xfrm>
          <a:prstGeom prst="ellipse">
            <a:avLst/>
          </a:prstGeom>
          <a:gradFill>
            <a:gsLst>
              <a:gs pos="0">
                <a:schemeClr val="tx1">
                  <a:lumMod val="90000"/>
                  <a:lumOff val="10000"/>
                  <a:alpha val="80000"/>
                </a:schemeClr>
              </a:gs>
              <a:gs pos="74000">
                <a:srgbClr val="101820">
                  <a:alpha val="80000"/>
                </a:srgbClr>
              </a:gs>
              <a:gs pos="100000">
                <a:srgbClr val="181820">
                  <a:alpha val="80000"/>
                </a:srgbClr>
              </a:gs>
            </a:gsLst>
            <a:lin ang="5400000" scaled="1"/>
          </a:gradFill>
          <a:ln w="9525">
            <a:solidFill>
              <a:srgbClr val="5C676C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48BCB2D-D250-E271-1F27-1D889069F2BB}"/>
              </a:ext>
            </a:extLst>
          </p:cNvPr>
          <p:cNvGrpSpPr/>
          <p:nvPr/>
        </p:nvGrpSpPr>
        <p:grpSpPr>
          <a:xfrm>
            <a:off x="5516351" y="2116993"/>
            <a:ext cx="833235" cy="648530"/>
            <a:chOff x="1506203" y="2055869"/>
            <a:chExt cx="833235" cy="64853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92E39F5-B836-0F6C-CA5D-169309062B1F}"/>
                </a:ext>
              </a:extLst>
            </p:cNvPr>
            <p:cNvSpPr/>
            <p:nvPr/>
          </p:nvSpPr>
          <p:spPr>
            <a:xfrm>
              <a:off x="1506203" y="2058068"/>
              <a:ext cx="70403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27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213EBD2-4B14-4E50-C08E-5CC48CD7C930}"/>
                </a:ext>
              </a:extLst>
            </p:cNvPr>
            <p:cNvSpPr/>
            <p:nvPr/>
          </p:nvSpPr>
          <p:spPr>
            <a:xfrm>
              <a:off x="2010502" y="2055869"/>
              <a:ext cx="32893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en-US" sz="2800" dirty="0">
                  <a:solidFill>
                    <a:schemeClr val="bg1">
                      <a:lumMod val="95000"/>
                    </a:schemeClr>
                  </a:solidFill>
                  <a:latin typeface="Montserrat"/>
                </a:rPr>
                <a:t>°</a:t>
              </a:r>
              <a:endParaRPr lang="en-US" sz="2800" dirty="0">
                <a:solidFill>
                  <a:schemeClr val="bg1">
                    <a:lumMod val="95000"/>
                  </a:schemeClr>
                </a:solidFill>
                <a:latin typeface="Montserrat"/>
                <a:ea typeface="Roboto" panose="02000000000000000000" pitchFamily="2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41515A9-9EAF-11EC-CADA-156F48B85A66}"/>
              </a:ext>
            </a:extLst>
          </p:cNvPr>
          <p:cNvGrpSpPr/>
          <p:nvPr/>
        </p:nvGrpSpPr>
        <p:grpSpPr>
          <a:xfrm>
            <a:off x="4333686" y="1886616"/>
            <a:ext cx="2997336" cy="1920612"/>
            <a:chOff x="4966189" y="2403842"/>
            <a:chExt cx="2997336" cy="1920612"/>
          </a:xfrm>
        </p:grpSpPr>
        <p:pic>
          <p:nvPicPr>
            <p:cNvPr id="34" name="Picture 33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AEF50FF6-CF02-62F8-AA70-1755F7D75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6566" y="2953793"/>
              <a:ext cx="386261" cy="386261"/>
            </a:xfrm>
            <a:prstGeom prst="rect">
              <a:avLst/>
            </a:prstGeom>
          </p:spPr>
        </p:pic>
        <p:pic>
          <p:nvPicPr>
            <p:cNvPr id="35" name="Picture 34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C93B45AD-D2F4-8245-CF0A-C1647AB78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2140" y="2421331"/>
              <a:ext cx="310753" cy="310753"/>
            </a:xfrm>
            <a:prstGeom prst="rect">
              <a:avLst/>
            </a:prstGeom>
          </p:spPr>
        </p:pic>
        <p:pic>
          <p:nvPicPr>
            <p:cNvPr id="36" name="Picture 35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1249410C-FF55-B2BB-3EFB-612A07734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37" name="Picture 36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04B0A2CF-351A-3919-6D03-0E64CA0DC75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38" name="Picture 33">
              <a:extLst>
                <a:ext uri="{FF2B5EF4-FFF2-40B4-BE49-F238E27FC236}">
                  <a16:creationId xmlns:a16="http://schemas.microsoft.com/office/drawing/2014/main" id="{4A257E74-BA07-5281-F968-87880F1A394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11CB056-2145-D6AD-8B4E-10FBF2AD5AB7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0841171-6FFF-90FA-1E77-7EDC3762E0B0}"/>
                </a:ext>
              </a:extLst>
            </p:cNvPr>
            <p:cNvSpPr txBox="1"/>
            <p:nvPr/>
          </p:nvSpPr>
          <p:spPr bwMode="auto">
            <a:xfrm>
              <a:off x="5336528" y="4188263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08DE29E-2292-4907-BC8F-ACED6764DD48}"/>
                </a:ext>
              </a:extLst>
            </p:cNvPr>
            <p:cNvSpPr txBox="1"/>
            <p:nvPr/>
          </p:nvSpPr>
          <p:spPr bwMode="auto">
            <a:xfrm>
              <a:off x="72720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FCE2392-5616-8B39-9EFE-EC6675AB9968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4FA0A8C-9590-5373-059F-771435078CE9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46" name="Graphic 45" descr="Man outline">
              <a:extLst>
                <a:ext uri="{FF2B5EF4-FFF2-40B4-BE49-F238E27FC236}">
                  <a16:creationId xmlns:a16="http://schemas.microsoft.com/office/drawing/2014/main" id="{75AF7728-66D4-0D82-CBA7-3577A7C986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E136698-A878-FBD3-DD94-79E4CDDB7A15}"/>
                </a:ext>
              </a:extLst>
            </p:cNvPr>
            <p:cNvSpPr txBox="1"/>
            <p:nvPr/>
          </p:nvSpPr>
          <p:spPr bwMode="auto">
            <a:xfrm>
              <a:off x="73067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  <p:sp>
        <p:nvSpPr>
          <p:cNvPr id="64" name="Rectangle 63">
            <a:extLst>
              <a:ext uri="{FF2B5EF4-FFF2-40B4-BE49-F238E27FC236}">
                <a16:creationId xmlns:a16="http://schemas.microsoft.com/office/drawing/2014/main" id="{3A1DBBDB-9B11-E0DA-12CB-42EAFC868023}"/>
              </a:ext>
            </a:extLst>
          </p:cNvPr>
          <p:cNvSpPr/>
          <p:nvPr/>
        </p:nvSpPr>
        <p:spPr bwMode="auto">
          <a:xfrm>
            <a:off x="4431448" y="963878"/>
            <a:ext cx="1524000" cy="152400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6AF667B-9254-E2BF-FC7C-DD604B5688B5}"/>
              </a:ext>
            </a:extLst>
          </p:cNvPr>
          <p:cNvGrpSpPr/>
          <p:nvPr/>
        </p:nvGrpSpPr>
        <p:grpSpPr>
          <a:xfrm>
            <a:off x="4565733" y="1080299"/>
            <a:ext cx="1257660" cy="1295400"/>
            <a:chOff x="555585" y="1019175"/>
            <a:chExt cx="1257660" cy="1295400"/>
          </a:xfrm>
          <a:effectLst>
            <a:glow>
              <a:schemeClr val="bg1">
                <a:alpha val="1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CF0422E-CAD1-B33C-B546-8F92898FA182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843523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791030A-FE30-8455-834B-7C086682EC3A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725759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3F3AB-DF38-4D5A-C0A1-38576D86E9EB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60799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F38EB52-5E68-0B50-5CDA-575D789E0F6C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490231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B34F590-3F40-03CA-99A3-F1E9816D33BE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372467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BECD5B2-0F39-66DC-B529-B56BD5A5CAC2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254703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AE4546B-2029-846B-242D-4DB8CB5DBE7C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136939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4C2C8A3-A9F2-E7AE-2FD0-4B213E9E115E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01917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F4DB2B-5D40-6C81-6483-DA5CB006F52D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31457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B756E95-5147-6461-5D74-AE372C474598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19681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CB32BD06-4371-B275-D261-2D5D50F559A6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079051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F96CF14-1005-5EE2-DA17-1B6DB8A46466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961287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A5AD7C8-0813-B8C3-7181-55112B24D696}"/>
              </a:ext>
            </a:extLst>
          </p:cNvPr>
          <p:cNvGrpSpPr/>
          <p:nvPr/>
        </p:nvGrpSpPr>
        <p:grpSpPr>
          <a:xfrm>
            <a:off x="4562445" y="964228"/>
            <a:ext cx="1260949" cy="1521770"/>
            <a:chOff x="552297" y="903104"/>
            <a:chExt cx="1260949" cy="1521770"/>
          </a:xfrm>
          <a:effectLst>
            <a:glow>
              <a:schemeClr val="bg1">
                <a:lumMod val="95000"/>
                <a:alpha val="1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A9C982F-6D57-D04F-A9B9-522FA41F354E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364572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ED60AE45-8E7F-E3E4-277E-956E6279C42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35308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A727177-7D3F-A4C1-642D-6E3851CF7CC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52361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5F517AAC-DA86-373C-0D58-3E2CEE75249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37732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79314D1-4D1B-3840-C1C0-CB8BF1B5B69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823100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716C048F-3F50-8642-6B55-ECF82AEE84D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708468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ED8AE17C-BE7E-361F-FCDC-46B8D129AAF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208588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6860F1DD-2988-2E4B-8D1C-547DAA54664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93836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4DC3769-9DCC-97A5-C08E-D06BABF3A96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79204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64366380-89EA-7B66-7458-94E2B0AD05F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93956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A2551F8-644B-90A5-78AC-85CBA0EA65B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20676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934028A-9852-CBED-5511-769B938396A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249940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8711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6A18E2F-BCAF-300C-CDF4-4BC8B04E9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(temp / design draft)</a:t>
            </a:r>
            <a:br>
              <a:rPr lang="en-US" dirty="0"/>
            </a:br>
            <a:endParaRPr lang="en-US" dirty="0">
              <a:latin typeface="Montserrat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850EBA-7D7C-5B92-DA3E-61BC5A88A3CB}"/>
              </a:ext>
            </a:extLst>
          </p:cNvPr>
          <p:cNvSpPr txBox="1"/>
          <p:nvPr/>
        </p:nvSpPr>
        <p:spPr bwMode="auto">
          <a:xfrm>
            <a:off x="107918" y="451367"/>
            <a:ext cx="5907314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marL="0" marR="0" lvl="0" indent="0" algn="l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Montserrat"/>
                <a:cs typeface="Arial"/>
                <a:sym typeface="Arial"/>
              </a:rPr>
              <a:t>&gt;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F46AFD-F79D-4034-8561-2719BC9B4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699" y="832341"/>
            <a:ext cx="3155996" cy="317812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85EC02B-AD64-49BC-8074-0322B8B05B2E}"/>
              </a:ext>
            </a:extLst>
          </p:cNvPr>
          <p:cNvSpPr/>
          <p:nvPr/>
        </p:nvSpPr>
        <p:spPr bwMode="auto">
          <a:xfrm>
            <a:off x="393643" y="920231"/>
            <a:ext cx="3303038" cy="3303038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C3FBE9-BB88-44CD-88DA-D80B6CF667FD}"/>
              </a:ext>
            </a:extLst>
          </p:cNvPr>
          <p:cNvSpPr txBox="1"/>
          <p:nvPr/>
        </p:nvSpPr>
        <p:spPr bwMode="auto">
          <a:xfrm>
            <a:off x="540885" y="1169348"/>
            <a:ext cx="1422563" cy="459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l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2700" b="1" i="0" u="none" strike="noStrike" kern="0" cap="none" spc="9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08:45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C689F9-2802-4121-BB5F-FE6100F42AB6}"/>
              </a:ext>
            </a:extLst>
          </p:cNvPr>
          <p:cNvSpPr txBox="1"/>
          <p:nvPr/>
        </p:nvSpPr>
        <p:spPr bwMode="auto">
          <a:xfrm>
            <a:off x="540885" y="985421"/>
            <a:ext cx="1304175" cy="25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l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Mon, 06 Aug</a:t>
            </a:r>
            <a:endParaRPr kumimoji="0" lang="en-US" sz="15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8A6FB6-85CD-4127-B15A-E646C0B727D5}"/>
              </a:ext>
            </a:extLst>
          </p:cNvPr>
          <p:cNvSpPr txBox="1"/>
          <p:nvPr/>
        </p:nvSpPr>
        <p:spPr bwMode="auto">
          <a:xfrm>
            <a:off x="2911166" y="1016943"/>
            <a:ext cx="640619" cy="2375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23 </a:t>
            </a:r>
            <a:r>
              <a:rPr kumimoji="0" lang="en-IN" sz="1400" b="1" i="0" u="none" strike="noStrike" kern="0" cap="none" spc="0" normalizeH="0" baseline="0" noProof="0" dirty="0">
                <a:ln>
                  <a:noFill/>
                </a:ln>
                <a:solidFill>
                  <a:srgbClr val="EEF0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°C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FABDB206-46C6-4736-AAC2-904ACD413693}"/>
              </a:ext>
            </a:extLst>
          </p:cNvPr>
          <p:cNvSpPr/>
          <p:nvPr/>
        </p:nvSpPr>
        <p:spPr bwMode="auto">
          <a:xfrm>
            <a:off x="2001910" y="1852708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18BBB630-D4BA-42DC-B2DD-5F3775602BEA}"/>
              </a:ext>
            </a:extLst>
          </p:cNvPr>
          <p:cNvSpPr/>
          <p:nvPr/>
        </p:nvSpPr>
        <p:spPr bwMode="auto">
          <a:xfrm rot="10800000">
            <a:off x="2003548" y="2922034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13" name="Picture 12" descr="A black background with a circular design&#10;&#10;Description automatically generated">
            <a:extLst>
              <a:ext uri="{FF2B5EF4-FFF2-40B4-BE49-F238E27FC236}">
                <a16:creationId xmlns:a16="http://schemas.microsoft.com/office/drawing/2014/main" id="{6112F248-A53A-47FE-B62A-B195152451FC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068" y="3083865"/>
            <a:ext cx="386261" cy="38626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F30FB9C-C74F-43C0-AC1A-BE1149AEDF79}"/>
              </a:ext>
            </a:extLst>
          </p:cNvPr>
          <p:cNvSpPr txBox="1"/>
          <p:nvPr/>
        </p:nvSpPr>
        <p:spPr bwMode="auto">
          <a:xfrm>
            <a:off x="1531093" y="1906570"/>
            <a:ext cx="1112867" cy="10618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3" panose="020B0503030403020204" pitchFamily="34" charset="0"/>
                <a:cs typeface="Arial"/>
                <a:sym typeface="Arial"/>
              </a:rPr>
              <a:t>22</a:t>
            </a:r>
            <a:endParaRPr kumimoji="0" lang="en-US" sz="405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ource Sans 3" panose="020B0503030403020204" pitchFamily="34" charset="0"/>
              <a:cs typeface="Arial"/>
              <a:sym typeface="Arial"/>
            </a:endParaRPr>
          </a:p>
        </p:txBody>
      </p:sp>
      <p:pic>
        <p:nvPicPr>
          <p:cNvPr id="18" name="Picture 17" descr="A sun and cloud with black background">
            <a:extLst>
              <a:ext uri="{FF2B5EF4-FFF2-40B4-BE49-F238E27FC236}">
                <a16:creationId xmlns:a16="http://schemas.microsoft.com/office/drawing/2014/main" id="{42D483B3-C77C-4016-ABEE-55BD4D8736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875" y="1034522"/>
            <a:ext cx="386261" cy="40527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F5625B3-1AFB-45C8-A848-03B6FE7C2F55}"/>
              </a:ext>
            </a:extLst>
          </p:cNvPr>
          <p:cNvSpPr txBox="1"/>
          <p:nvPr/>
        </p:nvSpPr>
        <p:spPr bwMode="auto">
          <a:xfrm>
            <a:off x="2466849" y="1220477"/>
            <a:ext cx="1112489" cy="206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Bangalore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3FEB6F2-3DC9-4DB3-BD64-A9837D1D1F81}"/>
              </a:ext>
            </a:extLst>
          </p:cNvPr>
          <p:cNvCxnSpPr>
            <a:cxnSpLocks/>
          </p:cNvCxnSpPr>
          <p:nvPr/>
        </p:nvCxnSpPr>
        <p:spPr>
          <a:xfrm>
            <a:off x="3609750" y="2253762"/>
            <a:ext cx="279564" cy="6739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1C8A8900-17AA-434A-91A8-08297E5A466D}"/>
              </a:ext>
            </a:extLst>
          </p:cNvPr>
          <p:cNvSpPr/>
          <p:nvPr/>
        </p:nvSpPr>
        <p:spPr bwMode="auto">
          <a:xfrm>
            <a:off x="3298006" y="2264994"/>
            <a:ext cx="243281" cy="144345"/>
          </a:xfrm>
          <a:prstGeom prst="triangle">
            <a:avLst/>
          </a:prstGeom>
          <a:solidFill>
            <a:srgbClr val="FB4747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1951F1F4-6892-474F-AFBF-87ABD0923650}"/>
              </a:ext>
            </a:extLst>
          </p:cNvPr>
          <p:cNvSpPr/>
          <p:nvPr/>
        </p:nvSpPr>
        <p:spPr bwMode="auto">
          <a:xfrm>
            <a:off x="3320806" y="2437485"/>
            <a:ext cx="197679" cy="117288"/>
          </a:xfrm>
          <a:prstGeom prst="triangle">
            <a:avLst/>
          </a:prstGeom>
          <a:solidFill>
            <a:srgbClr val="FF3F3F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33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2734CE92-893E-4BC9-ACD2-B8FCA9EB1F7E}"/>
              </a:ext>
            </a:extLst>
          </p:cNvPr>
          <p:cNvSpPr/>
          <p:nvPr/>
        </p:nvSpPr>
        <p:spPr bwMode="auto">
          <a:xfrm>
            <a:off x="3342156" y="2579419"/>
            <a:ext cx="154979" cy="91953"/>
          </a:xfrm>
          <a:prstGeom prst="triangle">
            <a:avLst/>
          </a:prstGeom>
          <a:solidFill>
            <a:srgbClr val="FF5050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BCE399-BA67-4676-A150-6907CD02B15D}"/>
              </a:ext>
            </a:extLst>
          </p:cNvPr>
          <p:cNvSpPr txBox="1"/>
          <p:nvPr/>
        </p:nvSpPr>
        <p:spPr bwMode="auto">
          <a:xfrm>
            <a:off x="3153854" y="2013376"/>
            <a:ext cx="53158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3737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24</a:t>
            </a:r>
            <a:r>
              <a:rPr kumimoji="0" lang="en-US" sz="750" b="1" i="0" u="none" strike="noStrike" kern="0" cap="none" spc="0" normalizeH="0" baseline="0" noProof="0" dirty="0">
                <a:ln>
                  <a:noFill/>
                </a:ln>
                <a:solidFill>
                  <a:srgbClr val="FF3737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°C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srgbClr val="FF3737"/>
              </a:solidFill>
              <a:effectLst/>
              <a:uLnTx/>
              <a:uFillTx/>
              <a:latin typeface="Arial" charset="0"/>
              <a:cs typeface="Arial"/>
              <a:sym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9D9140-CEB2-43F5-BFD0-AA6B1C925223}"/>
              </a:ext>
            </a:extLst>
          </p:cNvPr>
          <p:cNvSpPr txBox="1"/>
          <p:nvPr/>
        </p:nvSpPr>
        <p:spPr bwMode="auto">
          <a:xfrm>
            <a:off x="3082074" y="1840530"/>
            <a:ext cx="713400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Set to</a:t>
            </a:r>
            <a:endParaRPr kumimoji="0" lang="en-US" sz="1050" b="1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85000"/>
                </a:srgbClr>
              </a:solidFill>
              <a:effectLst/>
              <a:uLnTx/>
              <a:uFillTx/>
              <a:latin typeface="Arial" charset="0"/>
              <a:cs typeface="Arial"/>
              <a:sym typeface="Arial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4EA7C3-5AEB-497F-AB37-C36CDE4B634B}"/>
              </a:ext>
            </a:extLst>
          </p:cNvPr>
          <p:cNvSpPr txBox="1"/>
          <p:nvPr/>
        </p:nvSpPr>
        <p:spPr bwMode="auto">
          <a:xfrm>
            <a:off x="721779" y="3156985"/>
            <a:ext cx="2734169" cy="25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Heating …</a:t>
            </a:r>
            <a:endParaRPr kumimoji="0" lang="en-US" sz="15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042A970C-1729-49D5-A8CC-7C91E951F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920" y="2625395"/>
            <a:ext cx="658425" cy="1548518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9CA93AA-65AC-4DF7-8016-A49BFC25E7A0}"/>
              </a:ext>
            </a:extLst>
          </p:cNvPr>
          <p:cNvSpPr/>
          <p:nvPr/>
        </p:nvSpPr>
        <p:spPr bwMode="auto">
          <a:xfrm rot="5400000">
            <a:off x="7575920" y="1249402"/>
            <a:ext cx="1375200" cy="835200"/>
          </a:xfrm>
          <a:prstGeom prst="roundRect">
            <a:avLst>
              <a:gd name="adj" fmla="val 30960"/>
            </a:avLst>
          </a:prstGeom>
          <a:solidFill>
            <a:schemeClr val="accent1">
              <a:lumMod val="75000"/>
            </a:schemeClr>
          </a:solidFill>
          <a:ln w="9525">
            <a:solidFill>
              <a:srgbClr val="9BBA43"/>
            </a:solidFill>
            <a:miter lim="800000"/>
            <a:headEnd/>
            <a:tailEnd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32" name="Rectangle: Top Corners Rounded 31">
            <a:extLst>
              <a:ext uri="{FF2B5EF4-FFF2-40B4-BE49-F238E27FC236}">
                <a16:creationId xmlns:a16="http://schemas.microsoft.com/office/drawing/2014/main" id="{B4EC7AF0-DC6B-4AFE-BAE2-683D9B1F80C2}"/>
              </a:ext>
            </a:extLst>
          </p:cNvPr>
          <p:cNvSpPr/>
          <p:nvPr/>
        </p:nvSpPr>
        <p:spPr bwMode="auto">
          <a:xfrm rot="5400000">
            <a:off x="7934758" y="35559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33" name="Rectangle: Top Corners Rounded 32">
            <a:extLst>
              <a:ext uri="{FF2B5EF4-FFF2-40B4-BE49-F238E27FC236}">
                <a16:creationId xmlns:a16="http://schemas.microsoft.com/office/drawing/2014/main" id="{6D25475C-DD05-452B-A3C6-8E3F4C6A49D7}"/>
              </a:ext>
            </a:extLst>
          </p:cNvPr>
          <p:cNvSpPr/>
          <p:nvPr/>
        </p:nvSpPr>
        <p:spPr bwMode="auto">
          <a:xfrm rot="16200000">
            <a:off x="7246708" y="3719212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noFill/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38100" dist="25400" dir="10800000" algn="r" rotWithShape="0">
              <a:prstClr val="black">
                <a:alpha val="8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46" name="Picture 45" descr="A white line drawing of a leaf&#10;&#10;Description automatically generated">
            <a:extLst>
              <a:ext uri="{FF2B5EF4-FFF2-40B4-BE49-F238E27FC236}">
                <a16:creationId xmlns:a16="http://schemas.microsoft.com/office/drawing/2014/main" id="{814A2A8E-BF15-4874-86BD-F35BBA87A7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786" y="3683560"/>
            <a:ext cx="310753" cy="310753"/>
          </a:xfrm>
          <a:prstGeom prst="rect">
            <a:avLst/>
          </a:prstGeom>
        </p:spPr>
      </p:pic>
      <p:pic>
        <p:nvPicPr>
          <p:cNvPr id="47" name="Picture 46" descr="A wifi symbol on a black background&#10;&#10;Description automatically generated">
            <a:extLst>
              <a:ext uri="{FF2B5EF4-FFF2-40B4-BE49-F238E27FC236}">
                <a16:creationId xmlns:a16="http://schemas.microsoft.com/office/drawing/2014/main" id="{4F19306C-FED9-46D0-A220-0405849C1B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8605" y="3640341"/>
            <a:ext cx="361847" cy="361847"/>
          </a:xfrm>
          <a:prstGeom prst="rect">
            <a:avLst/>
          </a:prstGeom>
        </p:spPr>
      </p:pic>
      <p:pic>
        <p:nvPicPr>
          <p:cNvPr id="48" name="Picture 47" descr="A white line drawing of gears&#10;&#10;Description automatically generated">
            <a:extLst>
              <a:ext uri="{FF2B5EF4-FFF2-40B4-BE49-F238E27FC236}">
                <a16:creationId xmlns:a16="http://schemas.microsoft.com/office/drawing/2014/main" id="{324039B2-0B49-434B-AF90-0E9293FA505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41" y="3650398"/>
            <a:ext cx="348820" cy="348820"/>
          </a:xfrm>
          <a:prstGeom prst="rect">
            <a:avLst/>
          </a:prstGeom>
        </p:spPr>
      </p:pic>
      <p:pic>
        <p:nvPicPr>
          <p:cNvPr id="49" name="Picture 33">
            <a:extLst>
              <a:ext uri="{FF2B5EF4-FFF2-40B4-BE49-F238E27FC236}">
                <a16:creationId xmlns:a16="http://schemas.microsoft.com/office/drawing/2014/main" id="{82A1A586-C22D-4F0E-A071-BA671B11B9A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2518095" y="3681857"/>
            <a:ext cx="313314" cy="313314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C5CB165-F86C-4AF1-9C8E-458967143C98}"/>
              </a:ext>
            </a:extLst>
          </p:cNvPr>
          <p:cNvSpPr txBox="1"/>
          <p:nvPr/>
        </p:nvSpPr>
        <p:spPr bwMode="auto">
          <a:xfrm>
            <a:off x="460361" y="3994915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SETTINGS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6310393-A6CE-4582-B54E-CB601560EFA7}"/>
              </a:ext>
            </a:extLst>
          </p:cNvPr>
          <p:cNvSpPr txBox="1"/>
          <p:nvPr/>
        </p:nvSpPr>
        <p:spPr bwMode="auto">
          <a:xfrm>
            <a:off x="1129279" y="3990366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PRESENCE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F069F3-30F9-49D1-AEB2-E06BBEE7BF7B}"/>
              </a:ext>
            </a:extLst>
          </p:cNvPr>
          <p:cNvSpPr txBox="1"/>
          <p:nvPr/>
        </p:nvSpPr>
        <p:spPr bwMode="auto">
          <a:xfrm>
            <a:off x="1725408" y="3990366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MODE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76BA64-E8BD-4325-A027-E1F104FE60E6}"/>
              </a:ext>
            </a:extLst>
          </p:cNvPr>
          <p:cNvSpPr txBox="1"/>
          <p:nvPr/>
        </p:nvSpPr>
        <p:spPr bwMode="auto">
          <a:xfrm>
            <a:off x="2321537" y="3990366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COMMAND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5439ED3-F699-4936-8F63-57AD2A19A868}"/>
              </a:ext>
            </a:extLst>
          </p:cNvPr>
          <p:cNvSpPr txBox="1"/>
          <p:nvPr/>
        </p:nvSpPr>
        <p:spPr bwMode="auto">
          <a:xfrm>
            <a:off x="2995541" y="3990366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CONNECT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pic>
        <p:nvPicPr>
          <p:cNvPr id="55" name="Graphic 54" descr="Man outline">
            <a:extLst>
              <a:ext uri="{FF2B5EF4-FFF2-40B4-BE49-F238E27FC236}">
                <a16:creationId xmlns:a16="http://schemas.microsoft.com/office/drawing/2014/main" id="{6521AB97-5501-43F3-9FED-84323E72A4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84751" y="3636439"/>
            <a:ext cx="348958" cy="348958"/>
          </a:xfrm>
          <a:prstGeom prst="rect">
            <a:avLst/>
          </a:prstGeom>
        </p:spPr>
      </p:pic>
      <p:sp>
        <p:nvSpPr>
          <p:cNvPr id="56" name="Double Bracket 55">
            <a:extLst>
              <a:ext uri="{FF2B5EF4-FFF2-40B4-BE49-F238E27FC236}">
                <a16:creationId xmlns:a16="http://schemas.microsoft.com/office/drawing/2014/main" id="{24B9FAB8-7F76-49AD-A72E-671711388D37}"/>
              </a:ext>
            </a:extLst>
          </p:cNvPr>
          <p:cNvSpPr/>
          <p:nvPr/>
        </p:nvSpPr>
        <p:spPr>
          <a:xfrm>
            <a:off x="1312195" y="3671885"/>
            <a:ext cx="298170" cy="302658"/>
          </a:xfrm>
          <a:prstGeom prst="bracketPair">
            <a:avLst/>
          </a:prstGeom>
          <a:ln w="9525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CF04AF-E282-4CAC-9195-5EDC2A04E6A4}"/>
              </a:ext>
            </a:extLst>
          </p:cNvPr>
          <p:cNvSpPr/>
          <p:nvPr/>
        </p:nvSpPr>
        <p:spPr>
          <a:xfrm>
            <a:off x="2375631" y="2074375"/>
            <a:ext cx="338554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IN" sz="3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3" panose="020B0503030403020204" pitchFamily="34" charset="0"/>
                <a:cs typeface="Arial"/>
                <a:sym typeface="Arial"/>
              </a:rPr>
              <a:t>°</a:t>
            </a:r>
            <a:endParaRPr kumimoji="0" lang="en-US" sz="3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3" panose="020B0503030403020204" pitchFamily="34" charset="0"/>
              <a:cs typeface="Arial"/>
              <a:sym typeface="Arial"/>
            </a:endParaRPr>
          </a:p>
        </p:txBody>
      </p:sp>
      <p:sp>
        <p:nvSpPr>
          <p:cNvPr id="57" name="Block Arc 56">
            <a:extLst>
              <a:ext uri="{FF2B5EF4-FFF2-40B4-BE49-F238E27FC236}">
                <a16:creationId xmlns:a16="http://schemas.microsoft.com/office/drawing/2014/main" id="{6DF79B21-3A1B-42D0-B4D1-20B8FFC76E43}"/>
              </a:ext>
            </a:extLst>
          </p:cNvPr>
          <p:cNvSpPr/>
          <p:nvPr/>
        </p:nvSpPr>
        <p:spPr bwMode="auto">
          <a:xfrm rot="18000000">
            <a:off x="1357444" y="1813979"/>
            <a:ext cx="1387064" cy="1387064"/>
          </a:xfrm>
          <a:prstGeom prst="blockArc">
            <a:avLst>
              <a:gd name="adj1" fmla="val 20665854"/>
              <a:gd name="adj2" fmla="val 3233877"/>
              <a:gd name="adj3" fmla="val 2599"/>
            </a:avLst>
          </a:prstGeom>
          <a:solidFill>
            <a:srgbClr val="F97414"/>
          </a:solidFill>
          <a:ln w="9525">
            <a:noFill/>
            <a:miter lim="800000"/>
            <a:headEnd/>
            <a:tailEnd/>
          </a:ln>
          <a:effectLst>
            <a:glow rad="50800">
              <a:srgbClr val="FF3300">
                <a:alpha val="40000"/>
              </a:srgbClr>
            </a:glo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58" name="Block Arc 57">
            <a:extLst>
              <a:ext uri="{FF2B5EF4-FFF2-40B4-BE49-F238E27FC236}">
                <a16:creationId xmlns:a16="http://schemas.microsoft.com/office/drawing/2014/main" id="{68DAEC18-AD3D-4A7A-914C-55B10D6895E3}"/>
              </a:ext>
            </a:extLst>
          </p:cNvPr>
          <p:cNvSpPr/>
          <p:nvPr/>
        </p:nvSpPr>
        <p:spPr bwMode="auto">
          <a:xfrm rot="11700000">
            <a:off x="1357869" y="1813978"/>
            <a:ext cx="1387064" cy="1387064"/>
          </a:xfrm>
          <a:prstGeom prst="blockArc">
            <a:avLst>
              <a:gd name="adj1" fmla="val 20665854"/>
              <a:gd name="adj2" fmla="val 3233877"/>
              <a:gd name="adj3" fmla="val 2599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noFill/>
            <a:miter lim="800000"/>
            <a:headEnd/>
            <a:tailEnd/>
          </a:ln>
          <a:effectLst>
            <a:glow rad="50800">
              <a:schemeClr val="accent1">
                <a:lumMod val="60000"/>
                <a:lumOff val="40000"/>
                <a:alpha val="4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0823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A84F84-A86F-4A5D-9089-454D1EF6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(temp / design draft) – tutorial idea (TODO</a:t>
            </a:r>
            <a:br>
              <a:rPr lang="en-US" dirty="0"/>
            </a:b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5EC6-B4F2-43EB-A549-C445226BC6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14843-5D75-4F78-9E9D-92D9A76FAA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7836138-F545-4D21-B692-A06AE8077B06}"/>
              </a:ext>
            </a:extLst>
          </p:cNvPr>
          <p:cNvGrpSpPr/>
          <p:nvPr/>
        </p:nvGrpSpPr>
        <p:grpSpPr>
          <a:xfrm>
            <a:off x="143334" y="634467"/>
            <a:ext cx="2339516" cy="2074613"/>
            <a:chOff x="98884" y="780517"/>
            <a:chExt cx="3623976" cy="32136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C24E6C4-1357-43B5-ABF5-5EF413724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0278" y="902755"/>
              <a:ext cx="3112182" cy="2929469"/>
            </a:xfrm>
            <a:prstGeom prst="rect">
              <a:avLst/>
            </a:prstGeom>
          </p:spPr>
        </p:pic>
        <p:sp>
          <p:nvSpPr>
            <p:cNvPr id="7" name="Rectangle: Top Corners Rounded 6">
              <a:extLst>
                <a:ext uri="{FF2B5EF4-FFF2-40B4-BE49-F238E27FC236}">
                  <a16:creationId xmlns:a16="http://schemas.microsoft.com/office/drawing/2014/main" id="{0B02BF64-28D0-4A15-97A1-DFB49925E9C3}"/>
                </a:ext>
              </a:extLst>
            </p:cNvPr>
            <p:cNvSpPr/>
            <p:nvPr/>
          </p:nvSpPr>
          <p:spPr bwMode="auto">
            <a:xfrm rot="5400000">
              <a:off x="-27624" y="2041058"/>
              <a:ext cx="1375200" cy="658425"/>
            </a:xfrm>
            <a:prstGeom prst="round2SameRect">
              <a:avLst>
                <a:gd name="adj1" fmla="val 44038"/>
                <a:gd name="adj2" fmla="val 0"/>
              </a:avLst>
            </a:prstGeom>
            <a:solidFill>
              <a:srgbClr val="086259">
                <a:alpha val="34902"/>
              </a:srgbClr>
            </a:solidFill>
            <a:ln w="12700">
              <a:solidFill>
                <a:srgbClr val="9BBA43"/>
              </a:solidFill>
              <a:miter lim="800000"/>
              <a:headEnd/>
              <a:tailEnd/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txBody>
            <a:bodyPr wrap="square" lIns="72000" tIns="72000" rIns="72000" bIns="72000" rtlCol="0" anchor="ctr"/>
            <a:lstStyle/>
            <a:p>
              <a:pPr algn="ctr" defTabSz="576000" eaLnBrk="0" hangingPunct="0">
                <a:lnSpc>
                  <a:spcPct val="120000"/>
                </a:lnSpc>
              </a:pPr>
              <a:endParaRPr lang="en-US" sz="1600" baseline="0" dirty="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5D379DB-F747-457E-9AF5-4BD7FB98761D}"/>
                </a:ext>
              </a:extLst>
            </p:cNvPr>
            <p:cNvSpPr/>
            <p:nvPr/>
          </p:nvSpPr>
          <p:spPr bwMode="auto">
            <a:xfrm>
              <a:off x="98884" y="780517"/>
              <a:ext cx="317971" cy="3213634"/>
            </a:xfrm>
            <a:prstGeom prst="rect">
              <a:avLst/>
            </a:prstGeom>
            <a:solidFill>
              <a:srgbClr val="BFBFBF"/>
            </a:solidFill>
            <a:ln w="9525">
              <a:noFill/>
              <a:miter lim="800000"/>
              <a:headEnd/>
              <a:tailEnd/>
            </a:ln>
          </p:spPr>
          <p:txBody>
            <a:bodyPr wrap="square" lIns="72000" tIns="72000" rIns="72000" bIns="72000" rtlCol="0" anchor="ctr"/>
            <a:lstStyle/>
            <a:p>
              <a:pPr algn="ctr" defTabSz="576000" eaLnBrk="0" hangingPunct="0">
                <a:lnSpc>
                  <a:spcPct val="120000"/>
                </a:lnSpc>
              </a:pPr>
              <a:endParaRPr lang="en-US" sz="1600" baseline="0" dirty="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2553A0E-35EE-485F-9597-1DC838CB6831}"/>
                </a:ext>
              </a:extLst>
            </p:cNvPr>
            <p:cNvSpPr/>
            <p:nvPr/>
          </p:nvSpPr>
          <p:spPr bwMode="auto">
            <a:xfrm>
              <a:off x="3404889" y="780517"/>
              <a:ext cx="317971" cy="3213634"/>
            </a:xfrm>
            <a:prstGeom prst="rect">
              <a:avLst/>
            </a:prstGeom>
            <a:solidFill>
              <a:srgbClr val="BFBFBF"/>
            </a:solidFill>
            <a:ln w="9525">
              <a:noFill/>
              <a:miter lim="800000"/>
              <a:headEnd/>
              <a:tailEnd/>
            </a:ln>
          </p:spPr>
          <p:txBody>
            <a:bodyPr wrap="square" lIns="72000" tIns="72000" rIns="72000" bIns="72000" rtlCol="0" anchor="ctr"/>
            <a:lstStyle/>
            <a:p>
              <a:pPr algn="ctr" defTabSz="576000" eaLnBrk="0" hangingPunct="0">
                <a:lnSpc>
                  <a:spcPct val="120000"/>
                </a:lnSpc>
              </a:pPr>
              <a:endParaRPr lang="en-US" sz="1600" baseline="0" dirty="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893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DFE29-54AA-B8CF-9B6A-F8A58593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6407AF27-CB55-D700-A9B0-DC47890E6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962" y="1125233"/>
            <a:ext cx="3303038" cy="3303038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4A0BEF2B-92B9-A0C7-6109-44316CDDE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Montserrat" panose="00000500000000000000" pitchFamily="2" charset="0"/>
              </a:rPr>
              <a:t>Active screen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9EBD49-38F2-88D6-4E37-C84FB9F7FEC1}"/>
              </a:ext>
            </a:extLst>
          </p:cNvPr>
          <p:cNvSpPr txBox="1"/>
          <p:nvPr/>
        </p:nvSpPr>
        <p:spPr bwMode="auto">
          <a:xfrm>
            <a:off x="3029712" y="1374735"/>
            <a:ext cx="1422563" cy="459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2700" b="1" spc="90" dirty="0">
                <a:solidFill>
                  <a:srgbClr val="FFFFFF"/>
                </a:solidFill>
                <a:latin typeface="Montserrat" panose="00000500000000000000" pitchFamily="2" charset="0"/>
              </a:rPr>
              <a:t>08:45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5D02D8-7BEB-CA7E-6D3D-9CD02DC653E3}"/>
              </a:ext>
            </a:extLst>
          </p:cNvPr>
          <p:cNvSpPr txBox="1"/>
          <p:nvPr/>
        </p:nvSpPr>
        <p:spPr bwMode="auto">
          <a:xfrm>
            <a:off x="3029712" y="1190808"/>
            <a:ext cx="1304175" cy="25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1500" b="1" dirty="0">
                <a:solidFill>
                  <a:srgbClr val="FFFFFF"/>
                </a:solidFill>
                <a:latin typeface="Montserrat" panose="00000500000000000000" pitchFamily="2" charset="0"/>
              </a:rPr>
              <a:t>Mon, 06 Aug</a:t>
            </a:r>
            <a:endParaRPr lang="en-US" sz="1500" b="1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B560E93-3532-13A1-A2F9-03CB4E19A19A}"/>
              </a:ext>
            </a:extLst>
          </p:cNvPr>
          <p:cNvSpPr txBox="1"/>
          <p:nvPr/>
        </p:nvSpPr>
        <p:spPr bwMode="auto">
          <a:xfrm>
            <a:off x="2009358" y="416768"/>
            <a:ext cx="48017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214313" indent="-214313" defTabSz="685800" fontAlgn="base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100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Control of temperature and fan speed for the selected room</a:t>
            </a:r>
          </a:p>
          <a:p>
            <a:pPr marL="214313" indent="-214313" defTabSz="685800" fontAlgn="base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100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Can timeout and go to “Idle” screen</a:t>
            </a:r>
            <a:endParaRPr lang="en-US" sz="1000" kern="1200" dirty="0">
              <a:solidFill>
                <a:srgbClr val="1D1D1D"/>
              </a:solidFill>
              <a:latin typeface="Arial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5E30BD-1449-A11F-8E28-298C459A3587}"/>
              </a:ext>
            </a:extLst>
          </p:cNvPr>
          <p:cNvSpPr txBox="1"/>
          <p:nvPr/>
        </p:nvSpPr>
        <p:spPr bwMode="auto">
          <a:xfrm>
            <a:off x="4631102" y="1319668"/>
            <a:ext cx="1075289" cy="2375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b="1" dirty="0">
                <a:solidFill>
                  <a:srgbClr val="FFFFFF"/>
                </a:solidFill>
                <a:latin typeface="Montserrat" panose="00000500000000000000" pitchFamily="2" charset="0"/>
              </a:rPr>
              <a:t>3</a:t>
            </a:r>
            <a:r>
              <a:rPr lang="en-IN" b="1" i="0" dirty="0">
                <a:solidFill>
                  <a:srgbClr val="EEF0FF"/>
                </a:solidFill>
                <a:effectLst/>
                <a:latin typeface="Montserrat" panose="00000500000000000000" pitchFamily="2" charset="0"/>
              </a:rPr>
              <a:t>°c </a:t>
            </a:r>
            <a:r>
              <a:rPr lang="en-IN" b="1" dirty="0">
                <a:solidFill>
                  <a:srgbClr val="FFFFFF"/>
                </a:solidFill>
                <a:latin typeface="Montserrat" panose="00000500000000000000" pitchFamily="2" charset="0"/>
              </a:rPr>
              <a:t>Cloudy</a:t>
            </a:r>
            <a:endParaRPr lang="en-US" b="1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59" name="Isosceles Triangle 58">
            <a:extLst>
              <a:ext uri="{FF2B5EF4-FFF2-40B4-BE49-F238E27FC236}">
                <a16:creationId xmlns:a16="http://schemas.microsoft.com/office/drawing/2014/main" id="{9BABA642-2E7A-4231-A37D-10B34EB443F5}"/>
              </a:ext>
            </a:extLst>
          </p:cNvPr>
          <p:cNvSpPr/>
          <p:nvPr/>
        </p:nvSpPr>
        <p:spPr bwMode="auto">
          <a:xfrm>
            <a:off x="4443953" y="2045917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97F65FDA-E5B6-5533-F29C-B27287F5237A}"/>
              </a:ext>
            </a:extLst>
          </p:cNvPr>
          <p:cNvSpPr/>
          <p:nvPr/>
        </p:nvSpPr>
        <p:spPr bwMode="auto">
          <a:xfrm rot="10800000">
            <a:off x="4443954" y="3121189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pic>
        <p:nvPicPr>
          <p:cNvPr id="1030" name="Picture 1029" descr="A black background with a circular design&#10;&#10;Description automatically generated">
            <a:extLst>
              <a:ext uri="{FF2B5EF4-FFF2-40B4-BE49-F238E27FC236}">
                <a16:creationId xmlns:a16="http://schemas.microsoft.com/office/drawing/2014/main" id="{153AAD21-137E-65C9-E0CE-D5498210724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7152" y="3076159"/>
            <a:ext cx="386261" cy="3862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B6910AC-DD2F-66FD-CECA-AC8AE2DD98A6}"/>
              </a:ext>
            </a:extLst>
          </p:cNvPr>
          <p:cNvSpPr txBox="1"/>
          <p:nvPr/>
        </p:nvSpPr>
        <p:spPr bwMode="auto">
          <a:xfrm>
            <a:off x="4060251" y="2089537"/>
            <a:ext cx="1566853" cy="1021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US" sz="6000" b="1" dirty="0">
                <a:solidFill>
                  <a:srgbClr val="FFFFFF"/>
                </a:solidFill>
                <a:latin typeface="Montserrat" panose="00000500000000000000" pitchFamily="2" charset="0"/>
              </a:rPr>
              <a:t>22</a:t>
            </a:r>
            <a:r>
              <a:rPr lang="en-IN" sz="3000" kern="1200" dirty="0">
                <a:solidFill>
                  <a:srgbClr val="FFFFFF"/>
                </a:solidFill>
                <a:latin typeface="Montserrat" panose="00000500000000000000" pitchFamily="2" charset="0"/>
              </a:rPr>
              <a:t>°</a:t>
            </a:r>
            <a:r>
              <a:rPr lang="en-IN" sz="2100" kern="1200" dirty="0">
                <a:solidFill>
                  <a:srgbClr val="FFFFFF"/>
                </a:solidFill>
                <a:latin typeface="Montserrat" panose="00000500000000000000" pitchFamily="2" charset="0"/>
              </a:rPr>
              <a:t>C</a:t>
            </a:r>
            <a:endParaRPr lang="en-US" sz="4050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DC224-B479-C2A2-3C76-DF4DC4803124}"/>
              </a:ext>
            </a:extLst>
          </p:cNvPr>
          <p:cNvSpPr txBox="1"/>
          <p:nvPr/>
        </p:nvSpPr>
        <p:spPr bwMode="auto">
          <a:xfrm>
            <a:off x="426848" y="677642"/>
            <a:ext cx="4572000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Heating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pic>
        <p:nvPicPr>
          <p:cNvPr id="19" name="Picture 18" descr="A white line drawing of a leaf&#10;&#10;Description automatically generated">
            <a:extLst>
              <a:ext uri="{FF2B5EF4-FFF2-40B4-BE49-F238E27FC236}">
                <a16:creationId xmlns:a16="http://schemas.microsoft.com/office/drawing/2014/main" id="{8069FC76-5D75-6E52-4714-0A109EA6B4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0219" y="3935183"/>
            <a:ext cx="310753" cy="310753"/>
          </a:xfrm>
          <a:prstGeom prst="rect">
            <a:avLst/>
          </a:prstGeom>
        </p:spPr>
      </p:pic>
      <p:pic>
        <p:nvPicPr>
          <p:cNvPr id="22" name="Picture 21" descr="A wifi symbol on a black background&#10;&#10;Description automatically generated">
            <a:extLst>
              <a:ext uri="{FF2B5EF4-FFF2-40B4-BE49-F238E27FC236}">
                <a16:creationId xmlns:a16="http://schemas.microsoft.com/office/drawing/2014/main" id="{646C879D-6AC6-5D7A-2092-24FA37CA91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038" y="3891964"/>
            <a:ext cx="361847" cy="361847"/>
          </a:xfrm>
          <a:prstGeom prst="rect">
            <a:avLst/>
          </a:prstGeom>
        </p:spPr>
      </p:pic>
      <p:pic>
        <p:nvPicPr>
          <p:cNvPr id="24" name="Picture 23" descr="A white line drawing of gears&#10;&#10;Description automatically generated">
            <a:extLst>
              <a:ext uri="{FF2B5EF4-FFF2-40B4-BE49-F238E27FC236}">
                <a16:creationId xmlns:a16="http://schemas.microsoft.com/office/drawing/2014/main" id="{F69BA942-6326-CF81-5072-DE9CEC83144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2474" y="3902021"/>
            <a:ext cx="348820" cy="348820"/>
          </a:xfrm>
          <a:prstGeom prst="rect">
            <a:avLst/>
          </a:prstGeom>
        </p:spPr>
      </p:pic>
      <p:pic>
        <p:nvPicPr>
          <p:cNvPr id="33" name="Picture 32" descr="A sun and cloud with black background">
            <a:extLst>
              <a:ext uri="{FF2B5EF4-FFF2-40B4-BE49-F238E27FC236}">
                <a16:creationId xmlns:a16="http://schemas.microsoft.com/office/drawing/2014/main" id="{8E6E62AE-A275-3753-899F-D46C7522E6E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106" y="1184789"/>
            <a:ext cx="386261" cy="40527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8E67C06-4033-1795-A5D3-596A7C6C0FCE}"/>
              </a:ext>
            </a:extLst>
          </p:cNvPr>
          <p:cNvCxnSpPr>
            <a:cxnSpLocks/>
          </p:cNvCxnSpPr>
          <p:nvPr/>
        </p:nvCxnSpPr>
        <p:spPr>
          <a:xfrm>
            <a:off x="5801705" y="882614"/>
            <a:ext cx="503727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E2E62D-B208-AF88-7D63-08BE08B4B275}"/>
              </a:ext>
            </a:extLst>
          </p:cNvPr>
          <p:cNvCxnSpPr>
            <a:cxnSpLocks/>
          </p:cNvCxnSpPr>
          <p:nvPr/>
        </p:nvCxnSpPr>
        <p:spPr>
          <a:xfrm flipH="1">
            <a:off x="5279272" y="881515"/>
            <a:ext cx="531581" cy="445619"/>
          </a:xfrm>
          <a:prstGeom prst="line">
            <a:avLst/>
          </a:prstGeom>
          <a:ln w="9525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05921FBA-4D58-5E90-B85D-620EA12438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364" y="1047388"/>
            <a:ext cx="1348105" cy="134902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9286CB0-59C1-9F3A-D84D-F86E4C27D179}"/>
              </a:ext>
            </a:extLst>
          </p:cNvPr>
          <p:cNvSpPr txBox="1"/>
          <p:nvPr/>
        </p:nvSpPr>
        <p:spPr bwMode="auto">
          <a:xfrm>
            <a:off x="4606344" y="1162892"/>
            <a:ext cx="1112489" cy="2042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1200" dirty="0">
                <a:solidFill>
                  <a:srgbClr val="FFFFFF"/>
                </a:solidFill>
                <a:latin typeface="Montserrat" panose="00000500000000000000" pitchFamily="2" charset="0"/>
              </a:rPr>
              <a:t>Nuremberg</a:t>
            </a:r>
            <a:endParaRPr lang="en-US" sz="1200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E5D89B6-63BC-D0C2-49FE-513F5AD63EF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5038528" y="3933480"/>
            <a:ext cx="313314" cy="31331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BF952EB-1E3A-1DC7-592D-6616C8AA20F2}"/>
              </a:ext>
            </a:extLst>
          </p:cNvPr>
          <p:cNvSpPr txBox="1"/>
          <p:nvPr/>
        </p:nvSpPr>
        <p:spPr bwMode="auto">
          <a:xfrm>
            <a:off x="6541423" y="1284895"/>
            <a:ext cx="2037776" cy="738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Placeholder space for weather/ AQI info (updates when connected to internet)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3007576-845B-5F89-376E-0110A1AD20AB}"/>
              </a:ext>
            </a:extLst>
          </p:cNvPr>
          <p:cNvCxnSpPr>
            <a:cxnSpLocks/>
          </p:cNvCxnSpPr>
          <p:nvPr/>
        </p:nvCxnSpPr>
        <p:spPr>
          <a:xfrm>
            <a:off x="6058992" y="1561895"/>
            <a:ext cx="422041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FB76A8-0972-06E0-DD3F-C6F70AF94F73}"/>
              </a:ext>
            </a:extLst>
          </p:cNvPr>
          <p:cNvSpPr txBox="1"/>
          <p:nvPr/>
        </p:nvSpPr>
        <p:spPr bwMode="auto">
          <a:xfrm>
            <a:off x="6378141" y="2096556"/>
            <a:ext cx="1993603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 Temperature set point value and animation (heating or cooling)</a:t>
            </a:r>
          </a:p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0922163-0E9F-228A-F0D8-3B5B544654B8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6098577" y="2459149"/>
            <a:ext cx="279564" cy="6739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8D50029-77E3-6709-DB35-3CA582F11FAD}"/>
              </a:ext>
            </a:extLst>
          </p:cNvPr>
          <p:cNvSpPr txBox="1"/>
          <p:nvPr/>
        </p:nvSpPr>
        <p:spPr bwMode="auto">
          <a:xfrm>
            <a:off x="705082" y="3421597"/>
            <a:ext cx="1850264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Multi-function status bar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D5140F-1481-DFB1-D485-2C9D8C16441B}"/>
              </a:ext>
            </a:extLst>
          </p:cNvPr>
          <p:cNvCxnSpPr>
            <a:cxnSpLocks/>
          </p:cNvCxnSpPr>
          <p:nvPr/>
        </p:nvCxnSpPr>
        <p:spPr>
          <a:xfrm flipH="1">
            <a:off x="2537805" y="3548555"/>
            <a:ext cx="571155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542335C-8BA1-AA0A-58D7-400DCDFEAD36}"/>
              </a:ext>
            </a:extLst>
          </p:cNvPr>
          <p:cNvCxnSpPr>
            <a:cxnSpLocks/>
          </p:cNvCxnSpPr>
          <p:nvPr/>
        </p:nvCxnSpPr>
        <p:spPr>
          <a:xfrm flipH="1">
            <a:off x="2544870" y="4054671"/>
            <a:ext cx="615980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ADAB6FD-BAEF-75E1-DD47-FD3C2293540F}"/>
              </a:ext>
            </a:extLst>
          </p:cNvPr>
          <p:cNvSpPr txBox="1"/>
          <p:nvPr/>
        </p:nvSpPr>
        <p:spPr bwMode="auto">
          <a:xfrm>
            <a:off x="1047117" y="3871894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Settings / personalization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68311B3E-AC05-3F62-6323-3CE0DCD3ACEE}"/>
              </a:ext>
            </a:extLst>
          </p:cNvPr>
          <p:cNvSpPr txBox="1"/>
          <p:nvPr/>
        </p:nvSpPr>
        <p:spPr bwMode="auto">
          <a:xfrm>
            <a:off x="6333667" y="667167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Background / </a:t>
            </a:r>
          </a:p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color gradient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D2C5345B-D86C-9197-FAAD-224CECE0A085}"/>
              </a:ext>
            </a:extLst>
          </p:cNvPr>
          <p:cNvCxnSpPr>
            <a:cxnSpLocks/>
          </p:cNvCxnSpPr>
          <p:nvPr/>
        </p:nvCxnSpPr>
        <p:spPr>
          <a:xfrm>
            <a:off x="5801705" y="882614"/>
            <a:ext cx="503727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A9DB4332-85DD-ECF0-F198-C326D7B98E3B}"/>
              </a:ext>
            </a:extLst>
          </p:cNvPr>
          <p:cNvCxnSpPr>
            <a:cxnSpLocks/>
          </p:cNvCxnSpPr>
          <p:nvPr/>
        </p:nvCxnSpPr>
        <p:spPr>
          <a:xfrm flipH="1">
            <a:off x="5279272" y="881515"/>
            <a:ext cx="531581" cy="445619"/>
          </a:xfrm>
          <a:prstGeom prst="line">
            <a:avLst/>
          </a:prstGeom>
          <a:ln w="9525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4" name="Isosceles Triangle 1033">
            <a:extLst>
              <a:ext uri="{FF2B5EF4-FFF2-40B4-BE49-F238E27FC236}">
                <a16:creationId xmlns:a16="http://schemas.microsoft.com/office/drawing/2014/main" id="{5E9FE773-0881-CDD1-8D2C-422331C19F79}"/>
              </a:ext>
            </a:extLst>
          </p:cNvPr>
          <p:cNvSpPr/>
          <p:nvPr/>
        </p:nvSpPr>
        <p:spPr bwMode="auto">
          <a:xfrm>
            <a:off x="5786833" y="2470381"/>
            <a:ext cx="243281" cy="144345"/>
          </a:xfrm>
          <a:prstGeom prst="triangle">
            <a:avLst/>
          </a:prstGeom>
          <a:solidFill>
            <a:srgbClr val="FB4747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sp>
        <p:nvSpPr>
          <p:cNvPr id="1035" name="Isosceles Triangle 1034">
            <a:extLst>
              <a:ext uri="{FF2B5EF4-FFF2-40B4-BE49-F238E27FC236}">
                <a16:creationId xmlns:a16="http://schemas.microsoft.com/office/drawing/2014/main" id="{77A0EED2-0FAA-FF6C-8806-8F81424BDCE8}"/>
              </a:ext>
            </a:extLst>
          </p:cNvPr>
          <p:cNvSpPr/>
          <p:nvPr/>
        </p:nvSpPr>
        <p:spPr bwMode="auto">
          <a:xfrm>
            <a:off x="5809633" y="2642872"/>
            <a:ext cx="197679" cy="117288"/>
          </a:xfrm>
          <a:prstGeom prst="triangle">
            <a:avLst/>
          </a:prstGeom>
          <a:solidFill>
            <a:srgbClr val="FF3F3F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3300"/>
              </a:solidFill>
              <a:ea typeface="+mn-ea"/>
            </a:endParaRPr>
          </a:p>
        </p:txBody>
      </p:sp>
      <p:sp>
        <p:nvSpPr>
          <p:cNvPr id="1036" name="Isosceles Triangle 1035">
            <a:extLst>
              <a:ext uri="{FF2B5EF4-FFF2-40B4-BE49-F238E27FC236}">
                <a16:creationId xmlns:a16="http://schemas.microsoft.com/office/drawing/2014/main" id="{E3E769B5-9CB8-1743-B1CF-B999D10C9459}"/>
              </a:ext>
            </a:extLst>
          </p:cNvPr>
          <p:cNvSpPr/>
          <p:nvPr/>
        </p:nvSpPr>
        <p:spPr bwMode="auto">
          <a:xfrm>
            <a:off x="5830983" y="2784806"/>
            <a:ext cx="154979" cy="91953"/>
          </a:xfrm>
          <a:prstGeom prst="triangle">
            <a:avLst/>
          </a:prstGeom>
          <a:solidFill>
            <a:srgbClr val="FF5050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A06A41E9-DA02-AAC2-3385-CD226893CA23}"/>
              </a:ext>
            </a:extLst>
          </p:cNvPr>
          <p:cNvSpPr txBox="1"/>
          <p:nvPr/>
        </p:nvSpPr>
        <p:spPr bwMode="auto">
          <a:xfrm>
            <a:off x="5642681" y="2218763"/>
            <a:ext cx="53158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200" b="1" dirty="0">
                <a:solidFill>
                  <a:srgbClr val="FF3737"/>
                </a:solidFill>
                <a:latin typeface="Montserrat" panose="00000500000000000000" pitchFamily="2" charset="0"/>
              </a:rPr>
              <a:t>24</a:t>
            </a:r>
            <a:r>
              <a:rPr lang="en-US" sz="750" b="1" dirty="0">
                <a:solidFill>
                  <a:srgbClr val="FF3737"/>
                </a:solidFill>
                <a:latin typeface="Montserrat" panose="00000500000000000000" pitchFamily="2" charset="0"/>
              </a:rPr>
              <a:t>°C</a:t>
            </a:r>
            <a:endParaRPr lang="en-US" sz="750" kern="1200" dirty="0">
              <a:solidFill>
                <a:srgbClr val="FF3737"/>
              </a:solidFill>
              <a:latin typeface="Arial" charset="0"/>
            </a:endParaRPr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F8358980-F68F-0C63-E66F-F518AB799E61}"/>
              </a:ext>
            </a:extLst>
          </p:cNvPr>
          <p:cNvSpPr txBox="1"/>
          <p:nvPr/>
        </p:nvSpPr>
        <p:spPr bwMode="auto">
          <a:xfrm>
            <a:off x="5570901" y="2045917"/>
            <a:ext cx="713400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b="1" dirty="0">
                <a:solidFill>
                  <a:srgbClr val="FFFFFF">
                    <a:lumMod val="85000"/>
                  </a:srgbClr>
                </a:solidFill>
                <a:latin typeface="Montserrat" panose="00000500000000000000" pitchFamily="2" charset="0"/>
              </a:rPr>
              <a:t>Set to</a:t>
            </a:r>
            <a:endParaRPr lang="en-US" sz="1050" b="1" kern="1200" dirty="0">
              <a:solidFill>
                <a:srgbClr val="FFFFFF">
                  <a:lumMod val="85000"/>
                </a:srgbClr>
              </a:solidFill>
              <a:latin typeface="Arial" charset="0"/>
            </a:endParaRPr>
          </a:p>
        </p:txBody>
      </p:sp>
      <p:sp>
        <p:nvSpPr>
          <p:cNvPr id="1041" name="TextBox 1040">
            <a:extLst>
              <a:ext uri="{FF2B5EF4-FFF2-40B4-BE49-F238E27FC236}">
                <a16:creationId xmlns:a16="http://schemas.microsoft.com/office/drawing/2014/main" id="{BD7F5AED-2465-46D0-0EFA-94FD2A4A8B8C}"/>
              </a:ext>
            </a:extLst>
          </p:cNvPr>
          <p:cNvSpPr txBox="1"/>
          <p:nvPr/>
        </p:nvSpPr>
        <p:spPr bwMode="auto">
          <a:xfrm>
            <a:off x="149119" y="2406200"/>
            <a:ext cx="1443461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0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Older “EW” version</a:t>
            </a:r>
            <a:endParaRPr lang="en-US" sz="1000" kern="1200" dirty="0">
              <a:solidFill>
                <a:srgbClr val="1D1D1D"/>
              </a:solidFill>
              <a:latin typeface="Arial" charset="0"/>
            </a:endParaRPr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EDF3AA30-B7F8-74E1-1A62-601ED53B426C}"/>
              </a:ext>
            </a:extLst>
          </p:cNvPr>
          <p:cNvSpPr txBox="1"/>
          <p:nvPr/>
        </p:nvSpPr>
        <p:spPr bwMode="auto">
          <a:xfrm>
            <a:off x="3540358" y="3362372"/>
            <a:ext cx="2057203" cy="4297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1500" b="1" dirty="0">
                <a:solidFill>
                  <a:srgbClr val="FFFFFF"/>
                </a:solidFill>
                <a:latin typeface="Montserrat" panose="00000500000000000000" pitchFamily="2" charset="0"/>
              </a:rPr>
              <a:t>… Heating …</a:t>
            </a:r>
          </a:p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900" b="1" dirty="0">
                <a:solidFill>
                  <a:srgbClr val="FFFFFF"/>
                </a:solidFill>
                <a:latin typeface="Montserrat" panose="00000500000000000000" pitchFamily="2" charset="0"/>
              </a:rPr>
              <a:t>20 minutes until heated to 24°C</a:t>
            </a:r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489FB0DA-D2CE-2F53-E27D-0A94F92FF731}"/>
              </a:ext>
            </a:extLst>
          </p:cNvPr>
          <p:cNvSpPr txBox="1"/>
          <p:nvPr/>
        </p:nvSpPr>
        <p:spPr bwMode="auto">
          <a:xfrm>
            <a:off x="2980794" y="4246538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SETTINGS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8E9B5BF4-B7A7-5B44-CF59-842E48858A97}"/>
              </a:ext>
            </a:extLst>
          </p:cNvPr>
          <p:cNvSpPr txBox="1"/>
          <p:nvPr/>
        </p:nvSpPr>
        <p:spPr bwMode="auto">
          <a:xfrm>
            <a:off x="6691129" y="3846922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  <a:hlinkClick r:id="" action="ppaction://noaction"/>
              </a:rPr>
              <a:t>Wi-Fi/cloud status and settings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1051" name="Straight Arrow Connector 1050">
            <a:extLst>
              <a:ext uri="{FF2B5EF4-FFF2-40B4-BE49-F238E27FC236}">
                <a16:creationId xmlns:a16="http://schemas.microsoft.com/office/drawing/2014/main" id="{2FC525EE-08D7-625E-7D7F-260C2EEBEF60}"/>
              </a:ext>
            </a:extLst>
          </p:cNvPr>
          <p:cNvCxnSpPr>
            <a:cxnSpLocks/>
          </p:cNvCxnSpPr>
          <p:nvPr/>
        </p:nvCxnSpPr>
        <p:spPr>
          <a:xfrm>
            <a:off x="6028126" y="4012187"/>
            <a:ext cx="650108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7" name="TextBox 1056">
            <a:extLst>
              <a:ext uri="{FF2B5EF4-FFF2-40B4-BE49-F238E27FC236}">
                <a16:creationId xmlns:a16="http://schemas.microsoft.com/office/drawing/2014/main" id="{EF26CE43-0B61-9B54-F2C0-B8401EDD0A27}"/>
              </a:ext>
            </a:extLst>
          </p:cNvPr>
          <p:cNvSpPr txBox="1"/>
          <p:nvPr/>
        </p:nvSpPr>
        <p:spPr bwMode="auto">
          <a:xfrm>
            <a:off x="1085717" y="2864097"/>
            <a:ext cx="1993603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Current temperature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51E42D24-7BFD-20AD-814C-C293D292D198}"/>
              </a:ext>
            </a:extLst>
          </p:cNvPr>
          <p:cNvCxnSpPr>
            <a:cxnSpLocks/>
          </p:cNvCxnSpPr>
          <p:nvPr/>
        </p:nvCxnSpPr>
        <p:spPr>
          <a:xfrm flipH="1" flipV="1">
            <a:off x="2706632" y="2976331"/>
            <a:ext cx="1408168" cy="12458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A4470F7-F779-D90A-A006-00D234D7A652}"/>
              </a:ext>
            </a:extLst>
          </p:cNvPr>
          <p:cNvSpPr txBox="1"/>
          <p:nvPr/>
        </p:nvSpPr>
        <p:spPr bwMode="auto">
          <a:xfrm>
            <a:off x="3649712" y="4241989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PRESENCE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C2D2E5-9539-73DC-F767-6D00B3C79A52}"/>
              </a:ext>
            </a:extLst>
          </p:cNvPr>
          <p:cNvSpPr txBox="1"/>
          <p:nvPr/>
        </p:nvSpPr>
        <p:spPr bwMode="auto">
          <a:xfrm>
            <a:off x="4245841" y="4241989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MODE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D4DF97-1789-5E71-152F-3CD337EDC379}"/>
              </a:ext>
            </a:extLst>
          </p:cNvPr>
          <p:cNvSpPr txBox="1"/>
          <p:nvPr/>
        </p:nvSpPr>
        <p:spPr bwMode="auto">
          <a:xfrm>
            <a:off x="4841970" y="4241989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COMMAND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B8199D-E7A6-2CB3-4FBA-8467A93FC70F}"/>
              </a:ext>
            </a:extLst>
          </p:cNvPr>
          <p:cNvSpPr txBox="1"/>
          <p:nvPr/>
        </p:nvSpPr>
        <p:spPr bwMode="auto">
          <a:xfrm>
            <a:off x="5515974" y="4241989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CONNECT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pic>
        <p:nvPicPr>
          <p:cNvPr id="16" name="Graphic 15" descr="Man outline">
            <a:extLst>
              <a:ext uri="{FF2B5EF4-FFF2-40B4-BE49-F238E27FC236}">
                <a16:creationId xmlns:a16="http://schemas.microsoft.com/office/drawing/2014/main" id="{AF8A6BB9-2410-C02C-9CCD-1AA34FCC25A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805184" y="3888062"/>
            <a:ext cx="348958" cy="348958"/>
          </a:xfrm>
          <a:prstGeom prst="rect">
            <a:avLst/>
          </a:prstGeom>
        </p:spPr>
      </p:pic>
      <p:sp>
        <p:nvSpPr>
          <p:cNvPr id="18" name="Double Bracket 17">
            <a:extLst>
              <a:ext uri="{FF2B5EF4-FFF2-40B4-BE49-F238E27FC236}">
                <a16:creationId xmlns:a16="http://schemas.microsoft.com/office/drawing/2014/main" id="{B5B5C988-8716-3C9B-55D0-C8044D4DEDCF}"/>
              </a:ext>
            </a:extLst>
          </p:cNvPr>
          <p:cNvSpPr/>
          <p:nvPr/>
        </p:nvSpPr>
        <p:spPr>
          <a:xfrm>
            <a:off x="3832628" y="3923508"/>
            <a:ext cx="298170" cy="302658"/>
          </a:xfrm>
          <a:prstGeom prst="bracketPair">
            <a:avLst/>
          </a:prstGeom>
          <a:ln w="9525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ECF811-E97E-5F54-92A9-2161813E2538}"/>
              </a:ext>
            </a:extLst>
          </p:cNvPr>
          <p:cNvSpPr txBox="1"/>
          <p:nvPr/>
        </p:nvSpPr>
        <p:spPr bwMode="auto">
          <a:xfrm>
            <a:off x="5494602" y="3441129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LOW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852D4E-3A61-0989-A07F-13923D88764C}"/>
              </a:ext>
            </a:extLst>
          </p:cNvPr>
          <p:cNvSpPr txBox="1"/>
          <p:nvPr/>
        </p:nvSpPr>
        <p:spPr bwMode="auto">
          <a:xfrm>
            <a:off x="1377564" y="4493095"/>
            <a:ext cx="2473940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/>
              </a:rPr>
              <a:t>Presence detection enable/disable, detection status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8B7EB-3DBA-7E37-2AA1-01A86E4AECC8}"/>
              </a:ext>
            </a:extLst>
          </p:cNvPr>
          <p:cNvSpPr txBox="1"/>
          <p:nvPr/>
        </p:nvSpPr>
        <p:spPr bwMode="auto">
          <a:xfrm>
            <a:off x="5309542" y="4518684"/>
            <a:ext cx="3080626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/>
              </a:rPr>
              <a:t>Voice input enable/disable, keyword detection status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C6ED7B6-E75C-641C-D6CF-3563DB521845}"/>
              </a:ext>
            </a:extLst>
          </p:cNvPr>
          <p:cNvCxnSpPr>
            <a:cxnSpLocks/>
          </p:cNvCxnSpPr>
          <p:nvPr/>
        </p:nvCxnSpPr>
        <p:spPr>
          <a:xfrm>
            <a:off x="5351842" y="4392112"/>
            <a:ext cx="219059" cy="174561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3C60F7A-22DF-FE13-6619-48CD96104C22}"/>
              </a:ext>
            </a:extLst>
          </p:cNvPr>
          <p:cNvSpPr txBox="1"/>
          <p:nvPr/>
        </p:nvSpPr>
        <p:spPr bwMode="auto">
          <a:xfrm>
            <a:off x="3665010" y="4516541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  <a:hlinkClick r:id="" action="ppaction://noaction"/>
              </a:rPr>
              <a:t>Mode (eco, rapid, auto)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335883-06C2-D109-E087-FFB23E398F62}"/>
              </a:ext>
            </a:extLst>
          </p:cNvPr>
          <p:cNvCxnSpPr>
            <a:cxnSpLocks/>
          </p:cNvCxnSpPr>
          <p:nvPr/>
        </p:nvCxnSpPr>
        <p:spPr>
          <a:xfrm flipH="1">
            <a:off x="3744685" y="4392112"/>
            <a:ext cx="165541" cy="161751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843C0F-2F6A-FF71-B547-15E2B8913E3A}"/>
              </a:ext>
            </a:extLst>
          </p:cNvPr>
          <p:cNvCxnSpPr>
            <a:cxnSpLocks/>
          </p:cNvCxnSpPr>
          <p:nvPr/>
        </p:nvCxnSpPr>
        <p:spPr>
          <a:xfrm>
            <a:off x="4571481" y="4428271"/>
            <a:ext cx="519" cy="138402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B1E6449-3053-EBDD-4BCF-F2CC20504196}"/>
              </a:ext>
            </a:extLst>
          </p:cNvPr>
          <p:cNvSpPr txBox="1"/>
          <p:nvPr/>
        </p:nvSpPr>
        <p:spPr bwMode="auto">
          <a:xfrm>
            <a:off x="1523313" y="30657"/>
            <a:ext cx="6278763" cy="25391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View in </a:t>
            </a:r>
            <a:r>
              <a:rPr lang="en-US" sz="1050" kern="1200" dirty="0" err="1">
                <a:solidFill>
                  <a:srgbClr val="1D1D1D"/>
                </a:solidFill>
                <a:latin typeface="Montserrat" panose="00000500000000000000" pitchFamily="2" charset="0"/>
              </a:rPr>
              <a:t>Powerpoint</a:t>
            </a: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 (not in browser) or download to visualize UI mockup accurately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C23CCEC-36ED-AC14-EEF0-BF3741E09296}"/>
              </a:ext>
            </a:extLst>
          </p:cNvPr>
          <p:cNvCxnSpPr>
            <a:cxnSpLocks/>
          </p:cNvCxnSpPr>
          <p:nvPr/>
        </p:nvCxnSpPr>
        <p:spPr>
          <a:xfrm>
            <a:off x="6253097" y="3270789"/>
            <a:ext cx="278916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D9998BB-2317-346E-B44C-75D20E684C5E}"/>
              </a:ext>
            </a:extLst>
          </p:cNvPr>
          <p:cNvSpPr txBox="1"/>
          <p:nvPr/>
        </p:nvSpPr>
        <p:spPr bwMode="auto">
          <a:xfrm>
            <a:off x="6541423" y="3108373"/>
            <a:ext cx="2203912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  <a:hlinkClick r:id="" action="ppaction://noaction"/>
              </a:rPr>
              <a:t>Tap to change fan speed/mode (animated icon)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2916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EKGUID" val="f8120ca7-cceb-428f-a7d0-f20ce9397e1b"/>
  <p:tag name="MIO_UPDATE" val="True"/>
  <p:tag name="MIO_DBID" val="FDE84254-54DB-49E3-9A0E-CDE72035D530"/>
  <p:tag name="MIO_OBJECTNAME" val="Infineon LCD 16:9"/>
  <p:tag name="MIO_SHOW_DATE" val="False"/>
  <p:tag name="MIO_SHOW_FOOTER" val="False"/>
  <p:tag name="MIO_SHOW_PAGENUMBER" val="False"/>
  <p:tag name="MIO_AVOID_BLANK_LAYOUT" val="False"/>
  <p:tag name="MIO_CD_LAYOUT_VALID_AREA" val="False"/>
  <p:tag name="MIO_EMBED_FONT" val="False"/>
  <p:tag name="MIO_MATCH_COLOR_SCHEME" val="True"/>
  <p:tag name="MIO_NUMBER_OF_VALID_LAYOUTS" val="20"/>
  <p:tag name="MIO_FALLBACK_LAYOUT" val="6"/>
  <p:tag name="MIO_VERSION" val="21.10.2024 09:35:17"/>
  <p:tag name="MIO_LASTDOWNLOADED" val="22.10.2024 16:10:15.190"/>
  <p:tag name="MIO_CONTENTTAG" val="31FNeEH/6Eu/4ztoiyaJsw=="/>
  <p:tag name="MIO_CDID" val="e2fc2f9e-d5cf-4311-b3a1-0559b8fd1ab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.pptx" id="{0F60605F-FE9C-42EE-8FB7-5E801DC10479}" vid="{0EFFD798-B482-485A-AA29-B070A5B3DD37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AB49A64C458341A5ACE9D999E122D0" ma:contentTypeVersion="1" ma:contentTypeDescription="Create a new document." ma:contentTypeScope="" ma:versionID="603576765f6d0d553e9fe09050ab0684">
  <xsd:schema xmlns:xsd="http://www.w3.org/2001/XMLSchema" xmlns:xs="http://www.w3.org/2001/XMLSchema" xmlns:p="http://schemas.microsoft.com/office/2006/metadata/properties" xmlns:ns2="2935da7b-2887-4309-9f87-e2d2f1face2d" targetNamespace="http://schemas.microsoft.com/office/2006/metadata/properties" ma:root="true" ma:fieldsID="2e50b3088f5d49ffc31ff11709bb7e41" ns2:_="">
    <xsd:import namespace="2935da7b-2887-4309-9f87-e2d2f1face2d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35da7b-2887-4309-9f87-e2d2f1face2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935da7b-2887-4309-9f87-e2d2f1face2d">
      <UserInfo>
        <DisplayName>Gary.Sugita@infineon.com</DisplayName>
        <AccountId>28</AccountId>
        <AccountType/>
      </UserInfo>
      <UserInfo>
        <DisplayName>sathishkumar.mani@infineon.com</DisplayName>
        <AccountId>22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CBDA950C-28EF-4C16-B45F-9BFF23C6AE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935da7b-2887-4309-9f87-e2d2f1face2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3735CEE-0640-4107-B0A2-D7FEDABFFA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5F756E-BA2D-4907-BCB4-FE53490BAE44}">
  <ds:schemaRefs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2935da7b-2887-4309-9f87-e2d2f1face2d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15209</TotalTime>
  <Words>308</Words>
  <Application>Microsoft Office PowerPoint</Application>
  <PresentationFormat>On-screen Show (16:9)</PresentationFormat>
  <Paragraphs>114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Montserrat</vt:lpstr>
      <vt:lpstr>Roboto</vt:lpstr>
      <vt:lpstr>Source Sans 3</vt:lpstr>
      <vt:lpstr>Simple Light</vt:lpstr>
      <vt:lpstr>Infineon 16:9</vt:lpstr>
      <vt:lpstr>PSOC Edge  Smart HMI kit  UI mockups</vt:lpstr>
      <vt:lpstr>Better radar presence indication</vt:lpstr>
      <vt:lpstr>Background image </vt:lpstr>
      <vt:lpstr>Temp control arc design merged into background image</vt:lpstr>
      <vt:lpstr>Background image </vt:lpstr>
      <vt:lpstr>(temp / design draft) </vt:lpstr>
      <vt:lpstr>(temp / design draft) – tutorial idea (TODO </vt:lpstr>
      <vt:lpstr>Active screen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Thermostat UI</dc:title>
  <dc:creator>Krishnan Arvind (CSS ICW AM SOL ME)</dc:creator>
  <cp:lastModifiedBy>Arvind Krishnan</cp:lastModifiedBy>
  <cp:revision>57</cp:revision>
  <dcterms:modified xsi:type="dcterms:W3CDTF">2025-12-14T11:45:00Z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0x010100D8AB49A64C458341A5ACE9D999E122D0</vt:lpwstr>
  </property>
  <property fmtid="{D5CDD505-2E9C-101B-9397-08002B2CF9AE}" pid="3" name="MSIP_Label_a15a25aa-e944-415d-b7a7-40f6b9180b6b_Enabled">
    <vt:lpwstr>-1</vt:lpwstr>
  </property>
  <property fmtid="{D5CDD505-2E9C-101B-9397-08002B2CF9AE}" pid="4" name="MSIP_Label_a15a25aa-e944-415d-b7a7-40f6b9180b6b_SetDate">
    <vt:lpwstr>2025-12-06 12:52:37Z</vt:lpwstr>
  </property>
  <property fmtid="{D5CDD505-2E9C-101B-9397-08002B2CF9AE}" pid="5" name="MSIP_Label_a15a25aa-e944-415d-b7a7-40f6b9180b6b_Method">
    <vt:lpwstr>Privileged</vt:lpwstr>
  </property>
  <property fmtid="{D5CDD505-2E9C-101B-9397-08002B2CF9AE}" pid="6" name="MSIP_Label_a15a25aa-e944-415d-b7a7-40f6b9180b6b_Name">
    <vt:lpwstr>a15a25aa-e944-415d-b7a7-40f6b9180b6b</vt:lpwstr>
  </property>
  <property fmtid="{D5CDD505-2E9C-101B-9397-08002B2CF9AE}" pid="7" name="MSIP_Label_a15a25aa-e944-415d-b7a7-40f6b9180b6b_SiteId">
    <vt:lpwstr>eeb8d0e8-3544-41d3-aac6-934c309faf5a</vt:lpwstr>
  </property>
  <property fmtid="{D5CDD505-2E9C-101B-9397-08002B2CF9AE}" pid="8" name="MSIP_Label_a15a25aa-e944-415d-b7a7-40f6b9180b6b_ActionId">
    <vt:lpwstr>dbc90a3e-6422-4d7b-b6c2-3abce38dc068</vt:lpwstr>
  </property>
  <property fmtid="{D5CDD505-2E9C-101B-9397-08002B2CF9AE}" pid="9" name="MSIP_Label_a15a25aa-e944-415d-b7a7-40f6b9180b6b_ContentBits">
    <vt:lpwstr>0</vt:lpwstr>
  </property>
  <property fmtid="{D5CDD505-2E9C-101B-9397-08002B2CF9AE}" pid="10" name="empower.integration.Classification.DocumentId">
    <vt:lpwstr/>
  </property>
  <property fmtid="{D5CDD505-2E9C-101B-9397-08002B2CF9AE}" pid="11" name="empower.integration.Classification.DocumentVersion">
    <vt:lpwstr/>
  </property>
  <property fmtid="{D5CDD505-2E9C-101B-9397-08002B2CF9AE}" pid="12" name="empower.integration.Classification.DocumentOwner">
    <vt:lpwstr/>
  </property>
  <property fmtid="{D5CDD505-2E9C-101B-9397-08002B2CF9AE}" pid="13" name="empower.integration.Classification.ShowFooter">
    <vt:bool>true</vt:bool>
  </property>
  <property fmtid="{D5CDD505-2E9C-101B-9397-08002B2CF9AE}" pid="14" name="empower.integration.Classification.RestrictionLevel">
    <vt:i4>1</vt:i4>
  </property>
  <property fmtid="{D5CDD505-2E9C-101B-9397-08002B2CF9AE}" pid="15" name="empower.integration.Classification.FooterDate">
    <vt:filetime>2025-12-06T12:52:36Z</vt:filetime>
  </property>
  <property fmtid="{D5CDD505-2E9C-101B-9397-08002B2CF9AE}" pid="16" name="empower.integration.Classification.DateFormat">
    <vt:lpwstr/>
  </property>
  <property fmtid="{D5CDD505-2E9C-101B-9397-08002B2CF9AE}" pid="17" name="empower.integration.Classification.IsDraft">
    <vt:bool>false</vt:bool>
  </property>
  <property fmtid="{D5CDD505-2E9C-101B-9397-08002B2CF9AE}" pid="18" name="empower.integration.Classification.IsProprietary">
    <vt:bool>false</vt:bool>
  </property>
  <property fmtid="{D5CDD505-2E9C-101B-9397-08002B2CF9AE}" pid="19" name="empower.integration.Classification.HasAdditionalMarking">
    <vt:bool>false</vt:bool>
  </property>
  <property fmtid="{D5CDD505-2E9C-101B-9397-08002B2CF9AE}" pid="20" name="empower.integration.Classification.AdditionalMarking">
    <vt:lpwstr/>
  </property>
  <property fmtid="{D5CDD505-2E9C-101B-9397-08002B2CF9AE}" pid="21" name="empower.integration.Classification.IsEmpowerClassified">
    <vt:bool>false</vt:bool>
  </property>
</Properties>
</file>